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rick Sans" charset="1" panose="00000000000000000000"/>
      <p:regular r:id="rId21"/>
    </p:embeddedFont>
    <p:embeddedFont>
      <p:font typeface="Handelson Four" charset="1" panose="00000100000000000000"/>
      <p:regular r:id="rId22"/>
    </p:embeddedFont>
    <p:embeddedFont>
      <p:font typeface="League Spartan" charset="1" panose="00000800000000000000"/>
      <p:regular r:id="rId23"/>
    </p:embeddedFont>
    <p:embeddedFont>
      <p:font typeface="Archivo Black" charset="1" panose="020B0A03020202020B04"/>
      <p:regular r:id="rId24"/>
    </p:embeddedFont>
    <p:embeddedFont>
      <p:font typeface="Arimo" charset="1" panose="020B0604020202020204"/>
      <p:regular r:id="rId25"/>
    </p:embeddedFont>
    <p:embeddedFont>
      <p:font typeface="Arimo Bold" charset="1" panose="020B0704020202020204"/>
      <p:regular r:id="rId26"/>
    </p:embeddedFont>
    <p:embeddedFont>
      <p:font typeface="Sniglet" charset="1" panose="0407050503010002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5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62504" y="359150"/>
            <a:ext cx="2407809" cy="2407809"/>
          </a:xfrm>
          <a:custGeom>
            <a:avLst/>
            <a:gdLst/>
            <a:ahLst/>
            <a:cxnLst/>
            <a:rect r="r" b="b" t="t" l="l"/>
            <a:pathLst>
              <a:path h="2407809" w="2407809">
                <a:moveTo>
                  <a:pt x="0" y="0"/>
                </a:moveTo>
                <a:lnTo>
                  <a:pt x="2407808" y="0"/>
                </a:lnTo>
                <a:lnTo>
                  <a:pt x="2407808" y="2407809"/>
                </a:lnTo>
                <a:lnTo>
                  <a:pt x="0" y="2407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52378" y="482700"/>
            <a:ext cx="9846085" cy="149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>
                <a:solidFill>
                  <a:srgbClr val="000000"/>
                </a:solidFill>
                <a:latin typeface="Brick Sans"/>
                <a:ea typeface="Brick Sans"/>
                <a:cs typeface="Brick Sans"/>
                <a:sym typeface="Brick Sans"/>
              </a:rPr>
              <a:t>DIY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4326" y="4234657"/>
            <a:ext cx="14162189" cy="204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1"/>
              </a:lnSpc>
            </a:pPr>
            <a:r>
              <a:rPr lang="en-US" sz="5851">
                <a:solidFill>
                  <a:srgbClr val="004AA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LOW-RANK APPROX. TECHNIQUE FOR NEURAL SIGNAL DENOISING</a:t>
            </a:r>
          </a:p>
          <a:p>
            <a:pPr algn="ctr">
              <a:lnSpc>
                <a:spcPts val="8191"/>
              </a:lnSpc>
            </a:pPr>
            <a:r>
              <a:rPr lang="en-US" sz="5851">
                <a:solidFill>
                  <a:srgbClr val="004AAD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 VIA SVD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5420" y="8210361"/>
            <a:ext cx="14162189" cy="204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1"/>
              </a:lnSpc>
            </a:pPr>
            <a:r>
              <a:rPr lang="en-US" sz="5851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BY ABHINAV RAJ </a:t>
            </a:r>
          </a:p>
          <a:p>
            <a:pPr algn="ctr">
              <a:lnSpc>
                <a:spcPts val="8191"/>
              </a:lnSpc>
            </a:pPr>
            <a:r>
              <a:rPr lang="en-US" sz="5851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2311006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493905" cy="10287000"/>
            <a:chOff x="0" y="0"/>
            <a:chExt cx="197370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70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73703">
                  <a:moveTo>
                    <a:pt x="0" y="0"/>
                  </a:moveTo>
                  <a:lnTo>
                    <a:pt x="1973703" y="0"/>
                  </a:lnTo>
                  <a:lnTo>
                    <a:pt x="19737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370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17976" y="8613402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50042" y="3808269"/>
            <a:ext cx="8335869" cy="156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49"/>
              </a:lnSpc>
            </a:pPr>
            <a:r>
              <a:rPr lang="en-US" b="true" sz="92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SVD 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493905" cy="10287000"/>
            <a:chOff x="0" y="0"/>
            <a:chExt cx="197370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370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73703">
                  <a:moveTo>
                    <a:pt x="0" y="0"/>
                  </a:moveTo>
                  <a:lnTo>
                    <a:pt x="1973703" y="0"/>
                  </a:lnTo>
                  <a:lnTo>
                    <a:pt x="19737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370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17976" y="8613402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160613" y="3363182"/>
            <a:ext cx="9440735" cy="6188071"/>
          </a:xfrm>
          <a:custGeom>
            <a:avLst/>
            <a:gdLst/>
            <a:ahLst/>
            <a:cxnLst/>
            <a:rect r="r" b="b" t="t" l="l"/>
            <a:pathLst>
              <a:path h="6188071" w="9440735">
                <a:moveTo>
                  <a:pt x="0" y="0"/>
                </a:moveTo>
                <a:lnTo>
                  <a:pt x="9440735" y="0"/>
                </a:lnTo>
                <a:lnTo>
                  <a:pt x="9440735" y="6188072"/>
                </a:lnTo>
                <a:lnTo>
                  <a:pt x="0" y="6188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6" t="-1473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0042" y="3808269"/>
            <a:ext cx="8335869" cy="156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49"/>
              </a:lnSpc>
            </a:pPr>
            <a:r>
              <a:rPr lang="en-US" b="true" sz="92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SVD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74299" y="729181"/>
            <a:ext cx="3850512" cy="142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29"/>
              </a:lnSpc>
              <a:spcBef>
                <a:spcPct val="0"/>
              </a:spcBef>
            </a:pPr>
            <a:r>
              <a:rPr lang="en-US" sz="837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A=UΣV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29997" y="598631"/>
            <a:ext cx="415518" cy="77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0"/>
              </a:lnSpc>
              <a:spcBef>
                <a:spcPct val="0"/>
              </a:spcBef>
            </a:pPr>
            <a:r>
              <a:rPr lang="en-US" sz="452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5643" y="-115740"/>
            <a:ext cx="11089154" cy="179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3"/>
              </a:lnSpc>
              <a:spcBef>
                <a:spcPct val="0"/>
              </a:spcBef>
            </a:pPr>
            <a:r>
              <a:rPr lang="en-US" sz="10566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MOTIVATION</a:t>
            </a:r>
            <a:r>
              <a:rPr lang="en-US" sz="10566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 FOR DENOISING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886626" y="219306"/>
            <a:ext cx="3919666" cy="1332778"/>
            <a:chOff x="0" y="0"/>
            <a:chExt cx="1032340" cy="351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340" cy="351020"/>
            </a:xfrm>
            <a:custGeom>
              <a:avLst/>
              <a:gdLst/>
              <a:ahLst/>
              <a:cxnLst/>
              <a:rect r="r" b="b" t="t" l="l"/>
              <a:pathLst>
                <a:path h="351020" w="1032340">
                  <a:moveTo>
                    <a:pt x="100733" y="0"/>
                  </a:moveTo>
                  <a:lnTo>
                    <a:pt x="931607" y="0"/>
                  </a:lnTo>
                  <a:cubicBezTo>
                    <a:pt x="987241" y="0"/>
                    <a:pt x="1032340" y="45099"/>
                    <a:pt x="1032340" y="100733"/>
                  </a:cubicBezTo>
                  <a:lnTo>
                    <a:pt x="1032340" y="250287"/>
                  </a:lnTo>
                  <a:cubicBezTo>
                    <a:pt x="1032340" y="277003"/>
                    <a:pt x="1021727" y="302625"/>
                    <a:pt x="1002836" y="321516"/>
                  </a:cubicBezTo>
                  <a:cubicBezTo>
                    <a:pt x="983945" y="340407"/>
                    <a:pt x="958323" y="351020"/>
                    <a:pt x="931607" y="351020"/>
                  </a:cubicBezTo>
                  <a:lnTo>
                    <a:pt x="100733" y="351020"/>
                  </a:lnTo>
                  <a:cubicBezTo>
                    <a:pt x="74017" y="351020"/>
                    <a:pt x="48395" y="340407"/>
                    <a:pt x="29504" y="321516"/>
                  </a:cubicBezTo>
                  <a:cubicBezTo>
                    <a:pt x="10613" y="302625"/>
                    <a:pt x="0" y="277003"/>
                    <a:pt x="0" y="250287"/>
                  </a:cubicBezTo>
                  <a:lnTo>
                    <a:pt x="0" y="100733"/>
                  </a:lnTo>
                  <a:cubicBezTo>
                    <a:pt x="0" y="74017"/>
                    <a:pt x="10613" y="48395"/>
                    <a:pt x="29504" y="29504"/>
                  </a:cubicBezTo>
                  <a:cubicBezTo>
                    <a:pt x="48395" y="10613"/>
                    <a:pt x="74017" y="0"/>
                    <a:pt x="10073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32340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99133" y="219306"/>
            <a:ext cx="4066304" cy="1332778"/>
            <a:chOff x="0" y="0"/>
            <a:chExt cx="1070961" cy="351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0961" cy="351020"/>
            </a:xfrm>
            <a:custGeom>
              <a:avLst/>
              <a:gdLst/>
              <a:ahLst/>
              <a:cxnLst/>
              <a:rect r="r" b="b" t="t" l="l"/>
              <a:pathLst>
                <a:path h="351020" w="1070961">
                  <a:moveTo>
                    <a:pt x="97100" y="0"/>
                  </a:moveTo>
                  <a:lnTo>
                    <a:pt x="973861" y="0"/>
                  </a:lnTo>
                  <a:cubicBezTo>
                    <a:pt x="1027488" y="0"/>
                    <a:pt x="1070961" y="43473"/>
                    <a:pt x="1070961" y="97100"/>
                  </a:cubicBezTo>
                  <a:lnTo>
                    <a:pt x="1070961" y="253920"/>
                  </a:lnTo>
                  <a:cubicBezTo>
                    <a:pt x="1070961" y="307547"/>
                    <a:pt x="1027488" y="351020"/>
                    <a:pt x="973861" y="351020"/>
                  </a:cubicBezTo>
                  <a:lnTo>
                    <a:pt x="97100" y="351020"/>
                  </a:lnTo>
                  <a:cubicBezTo>
                    <a:pt x="71347" y="351020"/>
                    <a:pt x="46650" y="340790"/>
                    <a:pt x="28440" y="322580"/>
                  </a:cubicBezTo>
                  <a:cubicBezTo>
                    <a:pt x="10230" y="304370"/>
                    <a:pt x="0" y="279672"/>
                    <a:pt x="0" y="253920"/>
                  </a:cubicBezTo>
                  <a:lnTo>
                    <a:pt x="0" y="97100"/>
                  </a:lnTo>
                  <a:cubicBezTo>
                    <a:pt x="0" y="71347"/>
                    <a:pt x="10230" y="46650"/>
                    <a:pt x="28440" y="28440"/>
                  </a:cubicBezTo>
                  <a:cubicBezTo>
                    <a:pt x="46650" y="10230"/>
                    <a:pt x="71347" y="0"/>
                    <a:pt x="971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70961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17380" y="3165829"/>
            <a:ext cx="17379650" cy="583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687" indent="-395843" lvl="1">
              <a:lnSpc>
                <a:spcPts val="5133"/>
              </a:lnSpc>
              <a:buFont typeface="Arial"/>
              <a:buChar char="•"/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 neural activity lies in correlated </a:t>
            </a:r>
            <a:r>
              <a:rPr lang="en-US" b="true" sz="366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low-dimensional subspaces</a:t>
            </a: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5133"/>
              </a:lnSpc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(few dominant components).</a:t>
            </a:r>
          </a:p>
          <a:p>
            <a:pPr algn="l" marL="791687" indent="-395843" lvl="1">
              <a:lnSpc>
                <a:spcPts val="5133"/>
              </a:lnSpc>
              <a:buFont typeface="Arial"/>
              <a:buChar char="•"/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Noise is often high-dimensional</a:t>
            </a:r>
            <a:r>
              <a:rPr lang="en-US" b="true" sz="366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and uncorrelated across channels or time.</a:t>
            </a:r>
          </a:p>
          <a:p>
            <a:pPr algn="l" marL="791687" indent="-395843" lvl="1">
              <a:lnSpc>
                <a:spcPts val="5133"/>
              </a:lnSpc>
              <a:buFont typeface="Arial"/>
              <a:buChar char="•"/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SVD separates them because </a:t>
            </a:r>
            <a:r>
              <a:rPr lang="en-US" b="true" sz="366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noise contributes to smaller singular values</a:t>
            </a: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5133"/>
              </a:lnSpc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5133"/>
              </a:lnSpc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B</a:t>
            </a: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 reconstructing only the top k components,</a:t>
            </a:r>
          </a:p>
          <a:p>
            <a:pPr algn="l">
              <a:lnSpc>
                <a:spcPts val="5133"/>
              </a:lnSpc>
            </a:pPr>
          </a:p>
          <a:p>
            <a:pPr algn="l" marL="791687" indent="-395843" lvl="1">
              <a:lnSpc>
                <a:spcPts val="5133"/>
              </a:lnSpc>
              <a:buFont typeface="Arial"/>
              <a:buChar char="•"/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Retain large-scale neural structures (e.g., oscillations, slow potentials),</a:t>
            </a:r>
          </a:p>
          <a:p>
            <a:pPr algn="l" marL="791687" indent="-395843" lvl="1">
              <a:lnSpc>
                <a:spcPts val="5133"/>
              </a:lnSpc>
              <a:buFont typeface="Arial"/>
              <a:buChar char="•"/>
            </a:pPr>
            <a:r>
              <a:rPr lang="en-US" sz="366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Remove random noise and micro-fluctuations.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066345" cy="10287000"/>
            <a:chOff x="0" y="0"/>
            <a:chExt cx="18610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1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1095">
                  <a:moveTo>
                    <a:pt x="0" y="0"/>
                  </a:moveTo>
                  <a:lnTo>
                    <a:pt x="1861095" y="0"/>
                  </a:lnTo>
                  <a:lnTo>
                    <a:pt x="1861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10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1412" y="3998096"/>
            <a:ext cx="4183521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DECRYPTING     CODE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066345" cy="10287000"/>
            <a:chOff x="0" y="0"/>
            <a:chExt cx="18610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1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1095">
                  <a:moveTo>
                    <a:pt x="0" y="0"/>
                  </a:moveTo>
                  <a:lnTo>
                    <a:pt x="1861095" y="0"/>
                  </a:lnTo>
                  <a:lnTo>
                    <a:pt x="1861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10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78395" y="2596373"/>
            <a:ext cx="10187747" cy="4192242"/>
          </a:xfrm>
          <a:custGeom>
            <a:avLst/>
            <a:gdLst/>
            <a:ahLst/>
            <a:cxnLst/>
            <a:rect r="r" b="b" t="t" l="l"/>
            <a:pathLst>
              <a:path h="4192242" w="10187747">
                <a:moveTo>
                  <a:pt x="0" y="0"/>
                </a:moveTo>
                <a:lnTo>
                  <a:pt x="10187747" y="0"/>
                </a:lnTo>
                <a:lnTo>
                  <a:pt x="10187747" y="4192242"/>
                </a:lnTo>
                <a:lnTo>
                  <a:pt x="0" y="419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72" t="0" r="-1687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1412" y="3998096"/>
            <a:ext cx="4183521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DECRYPTING     CODE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4165" y="570409"/>
            <a:ext cx="6041231" cy="124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6"/>
              </a:lnSpc>
              <a:spcBef>
                <a:spcPct val="0"/>
              </a:spcBef>
            </a:pPr>
            <a:r>
              <a:rPr lang="en-US" sz="7219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SAMPLE INPUT SIGNAL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066345" cy="10287000"/>
            <a:chOff x="0" y="0"/>
            <a:chExt cx="18610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1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1095">
                  <a:moveTo>
                    <a:pt x="0" y="0"/>
                  </a:moveTo>
                  <a:lnTo>
                    <a:pt x="1861095" y="0"/>
                  </a:lnTo>
                  <a:lnTo>
                    <a:pt x="1861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10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78395" y="2596373"/>
            <a:ext cx="10187747" cy="4192242"/>
          </a:xfrm>
          <a:custGeom>
            <a:avLst/>
            <a:gdLst/>
            <a:ahLst/>
            <a:cxnLst/>
            <a:rect r="r" b="b" t="t" l="l"/>
            <a:pathLst>
              <a:path h="4192242" w="10187747">
                <a:moveTo>
                  <a:pt x="0" y="0"/>
                </a:moveTo>
                <a:lnTo>
                  <a:pt x="10187747" y="0"/>
                </a:lnTo>
                <a:lnTo>
                  <a:pt x="10187747" y="4192242"/>
                </a:lnTo>
                <a:lnTo>
                  <a:pt x="0" y="419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72" t="0" r="-1687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16926" y="7008871"/>
            <a:ext cx="6283872" cy="2855147"/>
          </a:xfrm>
          <a:custGeom>
            <a:avLst/>
            <a:gdLst/>
            <a:ahLst/>
            <a:cxnLst/>
            <a:rect r="r" b="b" t="t" l="l"/>
            <a:pathLst>
              <a:path h="2855147" w="6283872">
                <a:moveTo>
                  <a:pt x="0" y="0"/>
                </a:moveTo>
                <a:lnTo>
                  <a:pt x="6283872" y="0"/>
                </a:lnTo>
                <a:lnTo>
                  <a:pt x="6283872" y="2855146"/>
                </a:lnTo>
                <a:lnTo>
                  <a:pt x="0" y="2855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41412" y="3998096"/>
            <a:ext cx="4183521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DECRYPTING     CODE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54165" y="570409"/>
            <a:ext cx="6041231" cy="124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6"/>
              </a:lnSpc>
              <a:spcBef>
                <a:spcPct val="0"/>
              </a:spcBef>
            </a:pPr>
            <a:r>
              <a:rPr lang="en-US" sz="7219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SAMPLE INPUT SIGNAL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86289"/>
            <a:ext cx="5985117" cy="2462867"/>
          </a:xfrm>
          <a:custGeom>
            <a:avLst/>
            <a:gdLst/>
            <a:ahLst/>
            <a:cxnLst/>
            <a:rect r="r" b="b" t="t" l="l"/>
            <a:pathLst>
              <a:path h="2462867" w="5985117">
                <a:moveTo>
                  <a:pt x="0" y="0"/>
                </a:moveTo>
                <a:lnTo>
                  <a:pt x="5985117" y="0"/>
                </a:lnTo>
                <a:lnTo>
                  <a:pt x="5985117" y="2462867"/>
                </a:lnTo>
                <a:lnTo>
                  <a:pt x="0" y="246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0" r="-168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42634" y="1124921"/>
            <a:ext cx="1382431" cy="922422"/>
          </a:xfrm>
          <a:custGeom>
            <a:avLst/>
            <a:gdLst/>
            <a:ahLst/>
            <a:cxnLst/>
            <a:rect r="r" b="b" t="t" l="l"/>
            <a:pathLst>
              <a:path h="922422" w="1382431">
                <a:moveTo>
                  <a:pt x="0" y="0"/>
                </a:moveTo>
                <a:lnTo>
                  <a:pt x="1382431" y="0"/>
                </a:lnTo>
                <a:lnTo>
                  <a:pt x="1382431" y="922422"/>
                </a:lnTo>
                <a:lnTo>
                  <a:pt x="0" y="922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810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70094" y="1057630"/>
            <a:ext cx="1712758" cy="1196058"/>
          </a:xfrm>
          <a:custGeom>
            <a:avLst/>
            <a:gdLst/>
            <a:ahLst/>
            <a:cxnLst/>
            <a:rect r="r" b="b" t="t" l="l"/>
            <a:pathLst>
              <a:path h="1196058" w="1712758">
                <a:moveTo>
                  <a:pt x="0" y="0"/>
                </a:moveTo>
                <a:lnTo>
                  <a:pt x="1712758" y="0"/>
                </a:lnTo>
                <a:lnTo>
                  <a:pt x="1712758" y="1196058"/>
                </a:lnTo>
                <a:lnTo>
                  <a:pt x="0" y="1196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416" t="0" r="0" b="-17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96704" y="4464749"/>
            <a:ext cx="4741181" cy="2198531"/>
          </a:xfrm>
          <a:custGeom>
            <a:avLst/>
            <a:gdLst/>
            <a:ahLst/>
            <a:cxnLst/>
            <a:rect r="r" b="b" t="t" l="l"/>
            <a:pathLst>
              <a:path h="2198531" w="4741181">
                <a:moveTo>
                  <a:pt x="0" y="0"/>
                </a:moveTo>
                <a:lnTo>
                  <a:pt x="4741181" y="0"/>
                </a:lnTo>
                <a:lnTo>
                  <a:pt x="4741181" y="2198531"/>
                </a:lnTo>
                <a:lnTo>
                  <a:pt x="0" y="2198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6292" y="7361281"/>
            <a:ext cx="5055340" cy="2041273"/>
          </a:xfrm>
          <a:custGeom>
            <a:avLst/>
            <a:gdLst/>
            <a:ahLst/>
            <a:cxnLst/>
            <a:rect r="r" b="b" t="t" l="l"/>
            <a:pathLst>
              <a:path h="2041273" w="5055340">
                <a:moveTo>
                  <a:pt x="0" y="0"/>
                </a:moveTo>
                <a:lnTo>
                  <a:pt x="5055341" y="0"/>
                </a:lnTo>
                <a:lnTo>
                  <a:pt x="5055341" y="2041273"/>
                </a:lnTo>
                <a:lnTo>
                  <a:pt x="0" y="20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26074" y="5143500"/>
            <a:ext cx="2907262" cy="1065996"/>
          </a:xfrm>
          <a:custGeom>
            <a:avLst/>
            <a:gdLst/>
            <a:ahLst/>
            <a:cxnLst/>
            <a:rect r="r" b="b" t="t" l="l"/>
            <a:pathLst>
              <a:path h="1065996" w="2907262">
                <a:moveTo>
                  <a:pt x="0" y="0"/>
                </a:moveTo>
                <a:lnTo>
                  <a:pt x="2907262" y="0"/>
                </a:lnTo>
                <a:lnTo>
                  <a:pt x="2907262" y="1065996"/>
                </a:lnTo>
                <a:lnTo>
                  <a:pt x="0" y="106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5266" y="1194448"/>
            <a:ext cx="1624157" cy="912753"/>
          </a:xfrm>
          <a:custGeom>
            <a:avLst/>
            <a:gdLst/>
            <a:ahLst/>
            <a:cxnLst/>
            <a:rect r="r" b="b" t="t" l="l"/>
            <a:pathLst>
              <a:path h="912753" w="1624157">
                <a:moveTo>
                  <a:pt x="0" y="0"/>
                </a:moveTo>
                <a:lnTo>
                  <a:pt x="1624157" y="0"/>
                </a:lnTo>
                <a:lnTo>
                  <a:pt x="1624157" y="912753"/>
                </a:lnTo>
                <a:lnTo>
                  <a:pt x="0" y="912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761" t="0" r="0" b="-105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72798" y="1194448"/>
            <a:ext cx="530174" cy="922422"/>
          </a:xfrm>
          <a:custGeom>
            <a:avLst/>
            <a:gdLst/>
            <a:ahLst/>
            <a:cxnLst/>
            <a:rect r="r" b="b" t="t" l="l"/>
            <a:pathLst>
              <a:path h="922422" w="530174">
                <a:moveTo>
                  <a:pt x="0" y="0"/>
                </a:moveTo>
                <a:lnTo>
                  <a:pt x="530174" y="0"/>
                </a:lnTo>
                <a:lnTo>
                  <a:pt x="530174" y="922422"/>
                </a:lnTo>
                <a:lnTo>
                  <a:pt x="0" y="922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5985" t="0" r="-48347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06546" y="1184780"/>
            <a:ext cx="530174" cy="922422"/>
          </a:xfrm>
          <a:custGeom>
            <a:avLst/>
            <a:gdLst/>
            <a:ahLst/>
            <a:cxnLst/>
            <a:rect r="r" b="b" t="t" l="l"/>
            <a:pathLst>
              <a:path h="922422" w="530174">
                <a:moveTo>
                  <a:pt x="0" y="0"/>
                </a:moveTo>
                <a:lnTo>
                  <a:pt x="530173" y="0"/>
                </a:lnTo>
                <a:lnTo>
                  <a:pt x="530173" y="922421"/>
                </a:lnTo>
                <a:lnTo>
                  <a:pt x="0" y="92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5985" t="0" r="-48347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67316" y="3366648"/>
            <a:ext cx="2647950" cy="124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6"/>
              </a:lnSpc>
              <a:spcBef>
                <a:spcPct val="0"/>
              </a:spcBef>
            </a:pPr>
            <a:r>
              <a:rPr lang="en-US" sz="7219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VARIANCE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2145" y="4865124"/>
            <a:ext cx="200978" cy="124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6"/>
              </a:lnSpc>
              <a:spcBef>
                <a:spcPct val="0"/>
              </a:spcBef>
            </a:pPr>
            <a:r>
              <a:rPr lang="en-US" sz="7219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,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622" y="277738"/>
            <a:ext cx="2618685" cy="1077585"/>
          </a:xfrm>
          <a:custGeom>
            <a:avLst/>
            <a:gdLst/>
            <a:ahLst/>
            <a:cxnLst/>
            <a:rect r="r" b="b" t="t" l="l"/>
            <a:pathLst>
              <a:path h="1077585" w="2618685">
                <a:moveTo>
                  <a:pt x="0" y="0"/>
                </a:moveTo>
                <a:lnTo>
                  <a:pt x="2618685" y="0"/>
                </a:lnTo>
                <a:lnTo>
                  <a:pt x="2618685" y="1077585"/>
                </a:lnTo>
                <a:lnTo>
                  <a:pt x="0" y="1077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72" t="0" r="-1687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5577" y="644667"/>
            <a:ext cx="604859" cy="403590"/>
          </a:xfrm>
          <a:custGeom>
            <a:avLst/>
            <a:gdLst/>
            <a:ahLst/>
            <a:cxnLst/>
            <a:rect r="r" b="b" t="t" l="l"/>
            <a:pathLst>
              <a:path h="403590" w="604859">
                <a:moveTo>
                  <a:pt x="0" y="0"/>
                </a:moveTo>
                <a:lnTo>
                  <a:pt x="604859" y="0"/>
                </a:lnTo>
                <a:lnTo>
                  <a:pt x="604859" y="403590"/>
                </a:lnTo>
                <a:lnTo>
                  <a:pt x="0" y="403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1810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2684" y="615225"/>
            <a:ext cx="749388" cy="523314"/>
          </a:xfrm>
          <a:custGeom>
            <a:avLst/>
            <a:gdLst/>
            <a:ahLst/>
            <a:cxnLst/>
            <a:rect r="r" b="b" t="t" l="l"/>
            <a:pathLst>
              <a:path h="523314" w="749388">
                <a:moveTo>
                  <a:pt x="0" y="0"/>
                </a:moveTo>
                <a:lnTo>
                  <a:pt x="749388" y="0"/>
                </a:lnTo>
                <a:lnTo>
                  <a:pt x="749388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416" t="0" r="0" b="-172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82805" y="2105951"/>
            <a:ext cx="2074422" cy="961930"/>
          </a:xfrm>
          <a:custGeom>
            <a:avLst/>
            <a:gdLst/>
            <a:ahLst/>
            <a:cxnLst/>
            <a:rect r="r" b="b" t="t" l="l"/>
            <a:pathLst>
              <a:path h="961930" w="2074422">
                <a:moveTo>
                  <a:pt x="0" y="0"/>
                </a:moveTo>
                <a:lnTo>
                  <a:pt x="2074422" y="0"/>
                </a:lnTo>
                <a:lnTo>
                  <a:pt x="2074422" y="961929"/>
                </a:lnTo>
                <a:lnTo>
                  <a:pt x="0" y="9619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28960" y="3373279"/>
            <a:ext cx="2211877" cy="893124"/>
          </a:xfrm>
          <a:custGeom>
            <a:avLst/>
            <a:gdLst/>
            <a:ahLst/>
            <a:cxnLst/>
            <a:rect r="r" b="b" t="t" l="l"/>
            <a:pathLst>
              <a:path h="893124" w="2211877">
                <a:moveTo>
                  <a:pt x="0" y="0"/>
                </a:moveTo>
                <a:lnTo>
                  <a:pt x="2211877" y="0"/>
                </a:lnTo>
                <a:lnTo>
                  <a:pt x="2211877" y="893124"/>
                </a:lnTo>
                <a:lnTo>
                  <a:pt x="0" y="8931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20851" y="2402927"/>
            <a:ext cx="1272022" cy="466408"/>
          </a:xfrm>
          <a:custGeom>
            <a:avLst/>
            <a:gdLst/>
            <a:ahLst/>
            <a:cxnLst/>
            <a:rect r="r" b="b" t="t" l="l"/>
            <a:pathLst>
              <a:path h="466408" w="1272022">
                <a:moveTo>
                  <a:pt x="0" y="0"/>
                </a:moveTo>
                <a:lnTo>
                  <a:pt x="1272023" y="0"/>
                </a:lnTo>
                <a:lnTo>
                  <a:pt x="1272023" y="466408"/>
                </a:lnTo>
                <a:lnTo>
                  <a:pt x="0" y="466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84758" y="675087"/>
            <a:ext cx="710622" cy="399359"/>
          </a:xfrm>
          <a:custGeom>
            <a:avLst/>
            <a:gdLst/>
            <a:ahLst/>
            <a:cxnLst/>
            <a:rect r="r" b="b" t="t" l="l"/>
            <a:pathLst>
              <a:path h="399359" w="710622">
                <a:moveTo>
                  <a:pt x="0" y="0"/>
                </a:moveTo>
                <a:lnTo>
                  <a:pt x="710622" y="0"/>
                </a:lnTo>
                <a:lnTo>
                  <a:pt x="710622" y="399360"/>
                </a:lnTo>
                <a:lnTo>
                  <a:pt x="0" y="3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0761" t="0" r="0" b="-10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41242" y="675087"/>
            <a:ext cx="231968" cy="403590"/>
          </a:xfrm>
          <a:custGeom>
            <a:avLst/>
            <a:gdLst/>
            <a:ahLst/>
            <a:cxnLst/>
            <a:rect r="r" b="b" t="t" l="l"/>
            <a:pathLst>
              <a:path h="403590" w="231968">
                <a:moveTo>
                  <a:pt x="0" y="0"/>
                </a:moveTo>
                <a:lnTo>
                  <a:pt x="231969" y="0"/>
                </a:lnTo>
                <a:lnTo>
                  <a:pt x="231969" y="403590"/>
                </a:lnTo>
                <a:lnTo>
                  <a:pt x="0" y="403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985" t="0" r="-48347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24853" y="670857"/>
            <a:ext cx="231968" cy="403590"/>
          </a:xfrm>
          <a:custGeom>
            <a:avLst/>
            <a:gdLst/>
            <a:ahLst/>
            <a:cxnLst/>
            <a:rect r="r" b="b" t="t" l="l"/>
            <a:pathLst>
              <a:path h="403590" w="231968">
                <a:moveTo>
                  <a:pt x="0" y="0"/>
                </a:moveTo>
                <a:lnTo>
                  <a:pt x="231968" y="0"/>
                </a:lnTo>
                <a:lnTo>
                  <a:pt x="231968" y="403590"/>
                </a:lnTo>
                <a:lnTo>
                  <a:pt x="0" y="403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985" t="0" r="-48347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03522" y="1551536"/>
            <a:ext cx="1158565" cy="55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  <a:spcBef>
                <a:spcPct val="0"/>
              </a:spcBef>
            </a:pPr>
            <a:r>
              <a:rPr lang="en-US" sz="3158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VARIANCE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1610" y="2271608"/>
            <a:ext cx="87934" cy="55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2"/>
              </a:lnSpc>
              <a:spcBef>
                <a:spcPct val="0"/>
              </a:spcBef>
            </a:pPr>
            <a:r>
              <a:rPr lang="en-US" sz="3158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7210" y="5721539"/>
            <a:ext cx="17020695" cy="29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6"/>
              </a:lnSpc>
            </a:pPr>
            <a:r>
              <a:rPr lang="en-US" sz="41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computing the variance of singular values helps to:</a:t>
            </a:r>
          </a:p>
          <a:p>
            <a:pPr algn="l" marL="904709" indent="-452355" lvl="1">
              <a:lnSpc>
                <a:spcPts val="5866"/>
              </a:lnSpc>
              <a:buFont typeface="Arial"/>
              <a:buChar char="•"/>
            </a:pPr>
            <a:r>
              <a:rPr lang="en-US" sz="41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Quantify how much of the “signal structure” each component carries.</a:t>
            </a:r>
          </a:p>
          <a:p>
            <a:pPr algn="l" marL="904709" indent="-452355" lvl="1">
              <a:lnSpc>
                <a:spcPts val="5866"/>
              </a:lnSpc>
              <a:buFont typeface="Arial"/>
              <a:buChar char="•"/>
            </a:pPr>
            <a:r>
              <a:rPr lang="en-US" sz="41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Choose how many components to keep (rank selection).</a:t>
            </a:r>
          </a:p>
          <a:p>
            <a:pPr algn="l" marL="904709" indent="-452355" lvl="1">
              <a:lnSpc>
                <a:spcPts val="5866"/>
              </a:lnSpc>
              <a:buFont typeface="Arial"/>
              <a:buChar char="•"/>
            </a:pPr>
            <a:r>
              <a:rPr lang="en-US" sz="419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Assess the effectiveness of the denoising process.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889108" y="498485"/>
            <a:ext cx="5970068" cy="4477551"/>
          </a:xfrm>
          <a:custGeom>
            <a:avLst/>
            <a:gdLst/>
            <a:ahLst/>
            <a:cxnLst/>
            <a:rect r="r" b="b" t="t" l="l"/>
            <a:pathLst>
              <a:path h="4477551" w="5970068">
                <a:moveTo>
                  <a:pt x="0" y="0"/>
                </a:moveTo>
                <a:lnTo>
                  <a:pt x="5970068" y="0"/>
                </a:lnTo>
                <a:lnTo>
                  <a:pt x="5970068" y="4477551"/>
                </a:lnTo>
                <a:lnTo>
                  <a:pt x="0" y="44775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2424" y="142317"/>
            <a:ext cx="4002643" cy="171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0"/>
              </a:lnSpc>
              <a:spcBef>
                <a:spcPct val="0"/>
              </a:spcBef>
            </a:pPr>
            <a:r>
              <a:rPr lang="en-US" sz="9993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DENOISING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81173" y="799577"/>
            <a:ext cx="5724352" cy="1657590"/>
          </a:xfrm>
          <a:custGeom>
            <a:avLst/>
            <a:gdLst/>
            <a:ahLst/>
            <a:cxnLst/>
            <a:rect r="r" b="b" t="t" l="l"/>
            <a:pathLst>
              <a:path h="1657590" w="5724352">
                <a:moveTo>
                  <a:pt x="0" y="0"/>
                </a:moveTo>
                <a:lnTo>
                  <a:pt x="5724352" y="0"/>
                </a:lnTo>
                <a:lnTo>
                  <a:pt x="5724352" y="1657590"/>
                </a:lnTo>
                <a:lnTo>
                  <a:pt x="0" y="165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26" t="-276998" r="-19557" b="-20451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9192" y="2988592"/>
            <a:ext cx="15146379" cy="7204707"/>
          </a:xfrm>
          <a:custGeom>
            <a:avLst/>
            <a:gdLst/>
            <a:ahLst/>
            <a:cxnLst/>
            <a:rect r="r" b="b" t="t" l="l"/>
            <a:pathLst>
              <a:path h="7204707" w="15146379">
                <a:moveTo>
                  <a:pt x="0" y="0"/>
                </a:moveTo>
                <a:lnTo>
                  <a:pt x="15146379" y="0"/>
                </a:lnTo>
                <a:lnTo>
                  <a:pt x="15146379" y="7204707"/>
                </a:lnTo>
                <a:lnTo>
                  <a:pt x="0" y="7204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57" r="0" b="-255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2424" y="142317"/>
            <a:ext cx="4002643" cy="171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0"/>
              </a:lnSpc>
              <a:spcBef>
                <a:spcPct val="0"/>
              </a:spcBef>
            </a:pPr>
            <a:r>
              <a:rPr lang="en-US" sz="9993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DENOISING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6569" y="2159680"/>
            <a:ext cx="5724352" cy="1657590"/>
          </a:xfrm>
          <a:custGeom>
            <a:avLst/>
            <a:gdLst/>
            <a:ahLst/>
            <a:cxnLst/>
            <a:rect r="r" b="b" t="t" l="l"/>
            <a:pathLst>
              <a:path h="1657590" w="5724352">
                <a:moveTo>
                  <a:pt x="0" y="0"/>
                </a:moveTo>
                <a:lnTo>
                  <a:pt x="5724351" y="0"/>
                </a:lnTo>
                <a:lnTo>
                  <a:pt x="5724351" y="1657590"/>
                </a:lnTo>
                <a:lnTo>
                  <a:pt x="0" y="165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26" t="-276998" r="-19557" b="-20451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89501" y="161367"/>
            <a:ext cx="4785754" cy="158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5"/>
              </a:lnSpc>
              <a:spcBef>
                <a:spcPct val="0"/>
              </a:spcBef>
            </a:pPr>
            <a:r>
              <a:rPr lang="en-US" sz="9275" u="sng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VERIFICATION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485009" y="4746055"/>
            <a:ext cx="9774291" cy="2011949"/>
          </a:xfrm>
          <a:custGeom>
            <a:avLst/>
            <a:gdLst/>
            <a:ahLst/>
            <a:cxnLst/>
            <a:rect r="r" b="b" t="t" l="l"/>
            <a:pathLst>
              <a:path h="2011949" w="9774291">
                <a:moveTo>
                  <a:pt x="0" y="0"/>
                </a:moveTo>
                <a:lnTo>
                  <a:pt x="9774291" y="0"/>
                </a:lnTo>
                <a:lnTo>
                  <a:pt x="9774291" y="2011949"/>
                </a:lnTo>
                <a:lnTo>
                  <a:pt x="0" y="2011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65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85009" y="7279627"/>
            <a:ext cx="9994736" cy="1368190"/>
          </a:xfrm>
          <a:custGeom>
            <a:avLst/>
            <a:gdLst/>
            <a:ahLst/>
            <a:cxnLst/>
            <a:rect r="r" b="b" t="t" l="l"/>
            <a:pathLst>
              <a:path h="1368190" w="9994736">
                <a:moveTo>
                  <a:pt x="0" y="0"/>
                </a:moveTo>
                <a:lnTo>
                  <a:pt x="9994737" y="0"/>
                </a:lnTo>
                <a:lnTo>
                  <a:pt x="9994737" y="1368190"/>
                </a:lnTo>
                <a:lnTo>
                  <a:pt x="0" y="1368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3" t="-311724" r="-3254" b="-19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2488535"/>
            <a:ext cx="7175280" cy="154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4"/>
              </a:lnSpc>
              <a:spcBef>
                <a:spcPct val="0"/>
              </a:spcBef>
            </a:pPr>
            <a:r>
              <a:rPr lang="en-US" sz="4417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WELCH’S METHOD TO ESTIMATE THE POWER SPECTRAL DENSITY (PSD):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2129" y="5114541"/>
            <a:ext cx="5698361" cy="2849181"/>
          </a:xfrm>
          <a:custGeom>
            <a:avLst/>
            <a:gdLst/>
            <a:ahLst/>
            <a:cxnLst/>
            <a:rect r="r" b="b" t="t" l="l"/>
            <a:pathLst>
              <a:path h="2849181" w="5698361">
                <a:moveTo>
                  <a:pt x="0" y="0"/>
                </a:moveTo>
                <a:lnTo>
                  <a:pt x="5698361" y="0"/>
                </a:lnTo>
                <a:lnTo>
                  <a:pt x="5698361" y="2849181"/>
                </a:lnTo>
                <a:lnTo>
                  <a:pt x="0" y="2849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108" y="651594"/>
            <a:ext cx="12637601" cy="8941102"/>
          </a:xfrm>
          <a:custGeom>
            <a:avLst/>
            <a:gdLst/>
            <a:ahLst/>
            <a:cxnLst/>
            <a:rect r="r" b="b" t="t" l="l"/>
            <a:pathLst>
              <a:path h="8941102" w="12637601">
                <a:moveTo>
                  <a:pt x="0" y="0"/>
                </a:moveTo>
                <a:lnTo>
                  <a:pt x="12637600" y="0"/>
                </a:lnTo>
                <a:lnTo>
                  <a:pt x="12637600" y="8941102"/>
                </a:lnTo>
                <a:lnTo>
                  <a:pt x="0" y="8941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7495" y="2690826"/>
            <a:ext cx="1517332" cy="486728"/>
            <a:chOff x="0" y="0"/>
            <a:chExt cx="2023110" cy="6489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6830" y="48260"/>
              <a:ext cx="1949450" cy="586740"/>
            </a:xfrm>
            <a:custGeom>
              <a:avLst/>
              <a:gdLst/>
              <a:ahLst/>
              <a:cxnLst/>
              <a:rect r="r" b="b" t="t" l="l"/>
              <a:pathLst>
                <a:path h="586740" w="1949450">
                  <a:moveTo>
                    <a:pt x="414020" y="2540"/>
                  </a:moveTo>
                  <a:cubicBezTo>
                    <a:pt x="1018540" y="45720"/>
                    <a:pt x="1356360" y="24130"/>
                    <a:pt x="1531620" y="36830"/>
                  </a:cubicBezTo>
                  <a:cubicBezTo>
                    <a:pt x="1634490" y="44450"/>
                    <a:pt x="1706880" y="39370"/>
                    <a:pt x="1775460" y="73660"/>
                  </a:cubicBezTo>
                  <a:cubicBezTo>
                    <a:pt x="1841500" y="107950"/>
                    <a:pt x="1922780" y="175260"/>
                    <a:pt x="1935480" y="241300"/>
                  </a:cubicBezTo>
                  <a:cubicBezTo>
                    <a:pt x="1949450" y="314960"/>
                    <a:pt x="1891030" y="453390"/>
                    <a:pt x="1830070" y="504190"/>
                  </a:cubicBezTo>
                  <a:cubicBezTo>
                    <a:pt x="1775460" y="548640"/>
                    <a:pt x="1710690" y="539750"/>
                    <a:pt x="1605280" y="548640"/>
                  </a:cubicBezTo>
                  <a:cubicBezTo>
                    <a:pt x="1367790" y="570230"/>
                    <a:pt x="681990" y="549910"/>
                    <a:pt x="433070" y="530860"/>
                  </a:cubicBezTo>
                  <a:cubicBezTo>
                    <a:pt x="317500" y="521970"/>
                    <a:pt x="248920" y="532130"/>
                    <a:pt x="179070" y="494030"/>
                  </a:cubicBezTo>
                  <a:cubicBezTo>
                    <a:pt x="110490" y="458470"/>
                    <a:pt x="0" y="360680"/>
                    <a:pt x="13970" y="316230"/>
                  </a:cubicBezTo>
                  <a:cubicBezTo>
                    <a:pt x="33020" y="254000"/>
                    <a:pt x="441960" y="273050"/>
                    <a:pt x="461010" y="215900"/>
                  </a:cubicBezTo>
                  <a:cubicBezTo>
                    <a:pt x="472440" y="177800"/>
                    <a:pt x="318770" y="105410"/>
                    <a:pt x="332740" y="73660"/>
                  </a:cubicBezTo>
                  <a:cubicBezTo>
                    <a:pt x="367030" y="0"/>
                    <a:pt x="1125220" y="29210"/>
                    <a:pt x="1327150" y="91440"/>
                  </a:cubicBezTo>
                  <a:cubicBezTo>
                    <a:pt x="1427480" y="123190"/>
                    <a:pt x="1501140" y="163830"/>
                    <a:pt x="1531620" y="228600"/>
                  </a:cubicBezTo>
                  <a:cubicBezTo>
                    <a:pt x="1563370" y="295910"/>
                    <a:pt x="1567180" y="439420"/>
                    <a:pt x="1506220" y="494030"/>
                  </a:cubicBezTo>
                  <a:cubicBezTo>
                    <a:pt x="1404620" y="586740"/>
                    <a:pt x="974090" y="501650"/>
                    <a:pt x="762000" y="492760"/>
                  </a:cubicBezTo>
                  <a:cubicBezTo>
                    <a:pt x="605790" y="486410"/>
                    <a:pt x="414020" y="535940"/>
                    <a:pt x="353060" y="459740"/>
                  </a:cubicBezTo>
                  <a:cubicBezTo>
                    <a:pt x="288290" y="379730"/>
                    <a:pt x="414020" y="2540"/>
                    <a:pt x="414020" y="2540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60290" y="2500326"/>
            <a:ext cx="3209925" cy="963930"/>
            <a:chOff x="0" y="0"/>
            <a:chExt cx="4279900" cy="1285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800" y="50800"/>
              <a:ext cx="4178300" cy="1182370"/>
            </a:xfrm>
            <a:custGeom>
              <a:avLst/>
              <a:gdLst/>
              <a:ahLst/>
              <a:cxnLst/>
              <a:rect r="r" b="b" t="t" l="l"/>
              <a:pathLst>
                <a:path h="1182370" w="4178300">
                  <a:moveTo>
                    <a:pt x="0" y="941070"/>
                  </a:moveTo>
                  <a:cubicBezTo>
                    <a:pt x="0" y="941070"/>
                    <a:pt x="3810" y="923290"/>
                    <a:pt x="5080" y="914400"/>
                  </a:cubicBezTo>
                  <a:cubicBezTo>
                    <a:pt x="6350" y="905510"/>
                    <a:pt x="10160" y="887730"/>
                    <a:pt x="10160" y="886460"/>
                  </a:cubicBezTo>
                  <a:cubicBezTo>
                    <a:pt x="10160" y="886460"/>
                    <a:pt x="17780" y="869950"/>
                    <a:pt x="21590" y="861060"/>
                  </a:cubicBezTo>
                  <a:cubicBezTo>
                    <a:pt x="25400" y="853440"/>
                    <a:pt x="31750" y="836930"/>
                    <a:pt x="33020" y="836930"/>
                  </a:cubicBezTo>
                  <a:cubicBezTo>
                    <a:pt x="33020" y="835660"/>
                    <a:pt x="43180" y="821690"/>
                    <a:pt x="49530" y="815340"/>
                  </a:cubicBezTo>
                  <a:cubicBezTo>
                    <a:pt x="54610" y="807720"/>
                    <a:pt x="66040" y="793750"/>
                    <a:pt x="66040" y="792480"/>
                  </a:cubicBezTo>
                  <a:cubicBezTo>
                    <a:pt x="66040" y="792480"/>
                    <a:pt x="81280" y="782320"/>
                    <a:pt x="87630" y="775970"/>
                  </a:cubicBezTo>
                  <a:cubicBezTo>
                    <a:pt x="95250" y="770890"/>
                    <a:pt x="109220" y="759460"/>
                    <a:pt x="109220" y="759460"/>
                  </a:cubicBezTo>
                  <a:cubicBezTo>
                    <a:pt x="110490" y="758190"/>
                    <a:pt x="125730" y="751840"/>
                    <a:pt x="134620" y="748030"/>
                  </a:cubicBezTo>
                  <a:cubicBezTo>
                    <a:pt x="143510" y="744220"/>
                    <a:pt x="160020" y="736600"/>
                    <a:pt x="160020" y="736600"/>
                  </a:cubicBezTo>
                  <a:cubicBezTo>
                    <a:pt x="160020" y="736600"/>
                    <a:pt x="177800" y="732790"/>
                    <a:pt x="186690" y="731520"/>
                  </a:cubicBezTo>
                  <a:cubicBezTo>
                    <a:pt x="195580" y="728980"/>
                    <a:pt x="213360" y="726440"/>
                    <a:pt x="213360" y="726440"/>
                  </a:cubicBezTo>
                  <a:cubicBezTo>
                    <a:pt x="214630" y="726440"/>
                    <a:pt x="213360" y="726440"/>
                    <a:pt x="214630" y="726440"/>
                  </a:cubicBezTo>
                  <a:cubicBezTo>
                    <a:pt x="214630" y="726440"/>
                    <a:pt x="219710" y="726440"/>
                    <a:pt x="219710" y="723900"/>
                  </a:cubicBezTo>
                  <a:cubicBezTo>
                    <a:pt x="220980" y="721360"/>
                    <a:pt x="208280" y="711200"/>
                    <a:pt x="201930" y="704850"/>
                  </a:cubicBezTo>
                  <a:cubicBezTo>
                    <a:pt x="196850" y="697230"/>
                    <a:pt x="184150" y="684530"/>
                    <a:pt x="184150" y="683260"/>
                  </a:cubicBezTo>
                  <a:cubicBezTo>
                    <a:pt x="184150" y="683260"/>
                    <a:pt x="175260" y="668020"/>
                    <a:pt x="171450" y="659130"/>
                  </a:cubicBezTo>
                  <a:cubicBezTo>
                    <a:pt x="166370" y="651510"/>
                    <a:pt x="158750" y="635000"/>
                    <a:pt x="158750" y="635000"/>
                  </a:cubicBezTo>
                  <a:cubicBezTo>
                    <a:pt x="158750" y="635000"/>
                    <a:pt x="153670" y="617220"/>
                    <a:pt x="151130" y="608330"/>
                  </a:cubicBezTo>
                  <a:cubicBezTo>
                    <a:pt x="149860" y="599440"/>
                    <a:pt x="144780" y="581660"/>
                    <a:pt x="144780" y="581660"/>
                  </a:cubicBezTo>
                  <a:cubicBezTo>
                    <a:pt x="144780" y="581660"/>
                    <a:pt x="144780" y="562610"/>
                    <a:pt x="144780" y="553720"/>
                  </a:cubicBezTo>
                  <a:cubicBezTo>
                    <a:pt x="144780" y="544830"/>
                    <a:pt x="144780" y="527050"/>
                    <a:pt x="144780" y="527050"/>
                  </a:cubicBezTo>
                  <a:cubicBezTo>
                    <a:pt x="144780" y="525780"/>
                    <a:pt x="149860" y="506730"/>
                    <a:pt x="151130" y="499110"/>
                  </a:cubicBezTo>
                  <a:cubicBezTo>
                    <a:pt x="152400" y="495300"/>
                    <a:pt x="153670" y="488950"/>
                    <a:pt x="153670" y="488950"/>
                  </a:cubicBezTo>
                  <a:cubicBezTo>
                    <a:pt x="153670" y="488950"/>
                    <a:pt x="157480" y="473710"/>
                    <a:pt x="157480" y="472440"/>
                  </a:cubicBezTo>
                  <a:cubicBezTo>
                    <a:pt x="158750" y="472440"/>
                    <a:pt x="166370" y="457200"/>
                    <a:pt x="170180" y="448310"/>
                  </a:cubicBezTo>
                  <a:cubicBezTo>
                    <a:pt x="175260" y="440690"/>
                    <a:pt x="182880" y="424180"/>
                    <a:pt x="182880" y="424180"/>
                  </a:cubicBezTo>
                  <a:cubicBezTo>
                    <a:pt x="182880" y="424180"/>
                    <a:pt x="182880" y="424180"/>
                    <a:pt x="184150" y="424180"/>
                  </a:cubicBezTo>
                  <a:cubicBezTo>
                    <a:pt x="184150" y="424180"/>
                    <a:pt x="195580" y="410210"/>
                    <a:pt x="201930" y="403860"/>
                  </a:cubicBezTo>
                  <a:cubicBezTo>
                    <a:pt x="208280" y="396240"/>
                    <a:pt x="219710" y="383540"/>
                    <a:pt x="219710" y="382270"/>
                  </a:cubicBezTo>
                  <a:cubicBezTo>
                    <a:pt x="219710" y="382270"/>
                    <a:pt x="234950" y="372110"/>
                    <a:pt x="242570" y="367030"/>
                  </a:cubicBezTo>
                  <a:cubicBezTo>
                    <a:pt x="250190" y="361950"/>
                    <a:pt x="265430" y="351790"/>
                    <a:pt x="265430" y="351790"/>
                  </a:cubicBezTo>
                  <a:cubicBezTo>
                    <a:pt x="265430" y="351790"/>
                    <a:pt x="281940" y="344170"/>
                    <a:pt x="290830" y="341630"/>
                  </a:cubicBezTo>
                  <a:cubicBezTo>
                    <a:pt x="299720" y="337820"/>
                    <a:pt x="316230" y="331470"/>
                    <a:pt x="316230" y="331470"/>
                  </a:cubicBezTo>
                  <a:cubicBezTo>
                    <a:pt x="317500" y="331470"/>
                    <a:pt x="320040" y="332740"/>
                    <a:pt x="323850" y="331470"/>
                  </a:cubicBezTo>
                  <a:cubicBezTo>
                    <a:pt x="330200" y="327660"/>
                    <a:pt x="336550" y="309880"/>
                    <a:pt x="356870" y="299720"/>
                  </a:cubicBezTo>
                  <a:cubicBezTo>
                    <a:pt x="416560" y="267970"/>
                    <a:pt x="651510" y="226060"/>
                    <a:pt x="779780" y="201930"/>
                  </a:cubicBezTo>
                  <a:cubicBezTo>
                    <a:pt x="885190" y="181610"/>
                    <a:pt x="975360" y="168910"/>
                    <a:pt x="1070610" y="157480"/>
                  </a:cubicBezTo>
                  <a:cubicBezTo>
                    <a:pt x="1162050" y="146050"/>
                    <a:pt x="1252220" y="135890"/>
                    <a:pt x="1339850" y="130810"/>
                  </a:cubicBezTo>
                  <a:cubicBezTo>
                    <a:pt x="1423670" y="125730"/>
                    <a:pt x="1499870" y="125730"/>
                    <a:pt x="1584960" y="124460"/>
                  </a:cubicBezTo>
                  <a:cubicBezTo>
                    <a:pt x="1675130" y="123190"/>
                    <a:pt x="1775460" y="124460"/>
                    <a:pt x="1869440" y="124460"/>
                  </a:cubicBezTo>
                  <a:cubicBezTo>
                    <a:pt x="1963420" y="124460"/>
                    <a:pt x="2094230" y="124460"/>
                    <a:pt x="2147570" y="124460"/>
                  </a:cubicBezTo>
                  <a:cubicBezTo>
                    <a:pt x="2169160" y="124460"/>
                    <a:pt x="2171700" y="125730"/>
                    <a:pt x="2192020" y="124460"/>
                  </a:cubicBezTo>
                  <a:cubicBezTo>
                    <a:pt x="2236470" y="120650"/>
                    <a:pt x="2325370" y="102870"/>
                    <a:pt x="2400300" y="86360"/>
                  </a:cubicBezTo>
                  <a:cubicBezTo>
                    <a:pt x="2487930" y="66040"/>
                    <a:pt x="2680970" y="10160"/>
                    <a:pt x="2683510" y="8890"/>
                  </a:cubicBezTo>
                  <a:cubicBezTo>
                    <a:pt x="2683510" y="8890"/>
                    <a:pt x="2701290" y="6350"/>
                    <a:pt x="2710180" y="5080"/>
                  </a:cubicBezTo>
                  <a:cubicBezTo>
                    <a:pt x="2719070" y="2540"/>
                    <a:pt x="2736850" y="0"/>
                    <a:pt x="2738120" y="0"/>
                  </a:cubicBezTo>
                  <a:cubicBezTo>
                    <a:pt x="2738120" y="0"/>
                    <a:pt x="2755900" y="1270"/>
                    <a:pt x="2764790" y="2540"/>
                  </a:cubicBezTo>
                  <a:cubicBezTo>
                    <a:pt x="2773680" y="2540"/>
                    <a:pt x="2792730" y="3810"/>
                    <a:pt x="2792730" y="3810"/>
                  </a:cubicBezTo>
                  <a:cubicBezTo>
                    <a:pt x="2792730" y="3810"/>
                    <a:pt x="2810510" y="10160"/>
                    <a:pt x="2819400" y="12700"/>
                  </a:cubicBezTo>
                  <a:cubicBezTo>
                    <a:pt x="2827020" y="15240"/>
                    <a:pt x="2844800" y="20320"/>
                    <a:pt x="2844800" y="20320"/>
                  </a:cubicBezTo>
                  <a:cubicBezTo>
                    <a:pt x="2844800" y="21590"/>
                    <a:pt x="2860040" y="30480"/>
                    <a:pt x="2868930" y="35560"/>
                  </a:cubicBezTo>
                  <a:cubicBezTo>
                    <a:pt x="2876550" y="40640"/>
                    <a:pt x="2891790" y="49530"/>
                    <a:pt x="2891790" y="49530"/>
                  </a:cubicBezTo>
                  <a:cubicBezTo>
                    <a:pt x="2891790" y="50800"/>
                    <a:pt x="2904490" y="63500"/>
                    <a:pt x="2910840" y="69850"/>
                  </a:cubicBezTo>
                  <a:cubicBezTo>
                    <a:pt x="2917190" y="76200"/>
                    <a:pt x="2929890" y="88900"/>
                    <a:pt x="2929890" y="88900"/>
                  </a:cubicBezTo>
                  <a:cubicBezTo>
                    <a:pt x="2931160" y="90170"/>
                    <a:pt x="2932430" y="100330"/>
                    <a:pt x="2938780" y="104140"/>
                  </a:cubicBezTo>
                  <a:cubicBezTo>
                    <a:pt x="2967990" y="119380"/>
                    <a:pt x="3150870" y="91440"/>
                    <a:pt x="3249930" y="85090"/>
                  </a:cubicBezTo>
                  <a:cubicBezTo>
                    <a:pt x="3342640" y="78740"/>
                    <a:pt x="3427730" y="72390"/>
                    <a:pt x="3516630" y="66040"/>
                  </a:cubicBezTo>
                  <a:cubicBezTo>
                    <a:pt x="3606800" y="59690"/>
                    <a:pt x="3707130" y="50800"/>
                    <a:pt x="3784600" y="44450"/>
                  </a:cubicBezTo>
                  <a:cubicBezTo>
                    <a:pt x="3844290" y="40640"/>
                    <a:pt x="3940810" y="34290"/>
                    <a:pt x="3940810" y="33020"/>
                  </a:cubicBezTo>
                  <a:cubicBezTo>
                    <a:pt x="3942080" y="33020"/>
                    <a:pt x="3959860" y="35560"/>
                    <a:pt x="3968750" y="35560"/>
                  </a:cubicBezTo>
                  <a:cubicBezTo>
                    <a:pt x="3977640" y="36830"/>
                    <a:pt x="3995420" y="38100"/>
                    <a:pt x="3996690" y="38100"/>
                  </a:cubicBezTo>
                  <a:cubicBezTo>
                    <a:pt x="3996690" y="38100"/>
                    <a:pt x="4013200" y="44450"/>
                    <a:pt x="4022090" y="46990"/>
                  </a:cubicBezTo>
                  <a:cubicBezTo>
                    <a:pt x="4030980" y="49530"/>
                    <a:pt x="4048760" y="55880"/>
                    <a:pt x="4048760" y="55880"/>
                  </a:cubicBezTo>
                  <a:cubicBezTo>
                    <a:pt x="4048760" y="55880"/>
                    <a:pt x="4064000" y="66040"/>
                    <a:pt x="4071620" y="69850"/>
                  </a:cubicBezTo>
                  <a:cubicBezTo>
                    <a:pt x="4079240" y="74930"/>
                    <a:pt x="4094480" y="85090"/>
                    <a:pt x="4094480" y="85090"/>
                  </a:cubicBezTo>
                  <a:cubicBezTo>
                    <a:pt x="4095750" y="85090"/>
                    <a:pt x="4107180" y="97790"/>
                    <a:pt x="4113530" y="105410"/>
                  </a:cubicBezTo>
                  <a:cubicBezTo>
                    <a:pt x="4119880" y="111760"/>
                    <a:pt x="4132580" y="124460"/>
                    <a:pt x="4132580" y="124460"/>
                  </a:cubicBezTo>
                  <a:cubicBezTo>
                    <a:pt x="4133850" y="125730"/>
                    <a:pt x="4142740" y="140970"/>
                    <a:pt x="4146550" y="148590"/>
                  </a:cubicBezTo>
                  <a:cubicBezTo>
                    <a:pt x="4151630" y="156210"/>
                    <a:pt x="4160520" y="172720"/>
                    <a:pt x="4160520" y="172720"/>
                  </a:cubicBezTo>
                  <a:cubicBezTo>
                    <a:pt x="4160520" y="172720"/>
                    <a:pt x="4165600" y="190500"/>
                    <a:pt x="4168140" y="199390"/>
                  </a:cubicBezTo>
                  <a:cubicBezTo>
                    <a:pt x="4170680" y="208280"/>
                    <a:pt x="4175760" y="224790"/>
                    <a:pt x="4175760" y="226060"/>
                  </a:cubicBezTo>
                  <a:cubicBezTo>
                    <a:pt x="4175760" y="226060"/>
                    <a:pt x="4177030" y="243840"/>
                    <a:pt x="4177030" y="252730"/>
                  </a:cubicBezTo>
                  <a:cubicBezTo>
                    <a:pt x="4177030" y="262890"/>
                    <a:pt x="4178300" y="280670"/>
                    <a:pt x="4178300" y="280670"/>
                  </a:cubicBezTo>
                  <a:cubicBezTo>
                    <a:pt x="4178300" y="280670"/>
                    <a:pt x="4174490" y="298450"/>
                    <a:pt x="4171950" y="307340"/>
                  </a:cubicBezTo>
                  <a:cubicBezTo>
                    <a:pt x="4170680" y="316230"/>
                    <a:pt x="4166870" y="334010"/>
                    <a:pt x="4166870" y="335280"/>
                  </a:cubicBezTo>
                  <a:cubicBezTo>
                    <a:pt x="4166870" y="335280"/>
                    <a:pt x="4159250" y="351790"/>
                    <a:pt x="4155440" y="359410"/>
                  </a:cubicBezTo>
                  <a:cubicBezTo>
                    <a:pt x="4151630" y="368300"/>
                    <a:pt x="4144010" y="383540"/>
                    <a:pt x="4142740" y="384810"/>
                  </a:cubicBezTo>
                  <a:cubicBezTo>
                    <a:pt x="4142740" y="384810"/>
                    <a:pt x="4131310" y="398780"/>
                    <a:pt x="4126230" y="405130"/>
                  </a:cubicBezTo>
                  <a:cubicBezTo>
                    <a:pt x="4119880" y="412750"/>
                    <a:pt x="4108450" y="426720"/>
                    <a:pt x="4108450" y="426720"/>
                  </a:cubicBezTo>
                  <a:cubicBezTo>
                    <a:pt x="4108450" y="426720"/>
                    <a:pt x="4093210" y="438150"/>
                    <a:pt x="4086860" y="443230"/>
                  </a:cubicBezTo>
                  <a:cubicBezTo>
                    <a:pt x="4079240" y="449580"/>
                    <a:pt x="4065270" y="459740"/>
                    <a:pt x="4064000" y="459740"/>
                  </a:cubicBezTo>
                  <a:cubicBezTo>
                    <a:pt x="4064000" y="459740"/>
                    <a:pt x="4047490" y="467360"/>
                    <a:pt x="4038600" y="471170"/>
                  </a:cubicBezTo>
                  <a:cubicBezTo>
                    <a:pt x="4030980" y="474980"/>
                    <a:pt x="4014470" y="481330"/>
                    <a:pt x="4013200" y="481330"/>
                  </a:cubicBezTo>
                  <a:cubicBezTo>
                    <a:pt x="4013200" y="481330"/>
                    <a:pt x="3995420" y="485140"/>
                    <a:pt x="3986530" y="486410"/>
                  </a:cubicBezTo>
                  <a:cubicBezTo>
                    <a:pt x="3977640" y="487680"/>
                    <a:pt x="3959860" y="490220"/>
                    <a:pt x="3958590" y="490220"/>
                  </a:cubicBezTo>
                  <a:cubicBezTo>
                    <a:pt x="3957320" y="490220"/>
                    <a:pt x="3765550" y="513080"/>
                    <a:pt x="3666490" y="529590"/>
                  </a:cubicBezTo>
                  <a:cubicBezTo>
                    <a:pt x="3561080" y="547370"/>
                    <a:pt x="3426460" y="580390"/>
                    <a:pt x="3346450" y="595630"/>
                  </a:cubicBezTo>
                  <a:cubicBezTo>
                    <a:pt x="3296920" y="604520"/>
                    <a:pt x="3249930" y="601980"/>
                    <a:pt x="3228340" y="613410"/>
                  </a:cubicBezTo>
                  <a:cubicBezTo>
                    <a:pt x="3218180" y="618490"/>
                    <a:pt x="3210560" y="633730"/>
                    <a:pt x="3210560" y="633730"/>
                  </a:cubicBezTo>
                  <a:cubicBezTo>
                    <a:pt x="3210560" y="633730"/>
                    <a:pt x="3195320" y="643890"/>
                    <a:pt x="3187700" y="648970"/>
                  </a:cubicBezTo>
                  <a:cubicBezTo>
                    <a:pt x="3180080" y="654050"/>
                    <a:pt x="3166110" y="664210"/>
                    <a:pt x="3164840" y="664210"/>
                  </a:cubicBezTo>
                  <a:cubicBezTo>
                    <a:pt x="3164840" y="665480"/>
                    <a:pt x="3148330" y="671830"/>
                    <a:pt x="3139440" y="674370"/>
                  </a:cubicBezTo>
                  <a:cubicBezTo>
                    <a:pt x="3130550" y="678180"/>
                    <a:pt x="3114040" y="684530"/>
                    <a:pt x="3114040" y="684530"/>
                  </a:cubicBezTo>
                  <a:cubicBezTo>
                    <a:pt x="3112770" y="684530"/>
                    <a:pt x="3094990" y="687070"/>
                    <a:pt x="3086100" y="687070"/>
                  </a:cubicBezTo>
                  <a:cubicBezTo>
                    <a:pt x="3077210" y="688340"/>
                    <a:pt x="3059430" y="690880"/>
                    <a:pt x="3059430" y="690880"/>
                  </a:cubicBezTo>
                  <a:cubicBezTo>
                    <a:pt x="3059430" y="690880"/>
                    <a:pt x="2813050" y="707390"/>
                    <a:pt x="2757170" y="708660"/>
                  </a:cubicBezTo>
                  <a:cubicBezTo>
                    <a:pt x="2735580" y="708660"/>
                    <a:pt x="2717800" y="708660"/>
                    <a:pt x="2711450" y="708660"/>
                  </a:cubicBezTo>
                  <a:cubicBezTo>
                    <a:pt x="2708910" y="708660"/>
                    <a:pt x="2707640" y="708660"/>
                    <a:pt x="2707640" y="708660"/>
                  </a:cubicBezTo>
                  <a:cubicBezTo>
                    <a:pt x="2707640" y="708660"/>
                    <a:pt x="2686050" y="707390"/>
                    <a:pt x="2665730" y="708660"/>
                  </a:cubicBezTo>
                  <a:cubicBezTo>
                    <a:pt x="2618740" y="713740"/>
                    <a:pt x="2495550" y="740410"/>
                    <a:pt x="2428240" y="749300"/>
                  </a:cubicBezTo>
                  <a:cubicBezTo>
                    <a:pt x="2379980" y="755650"/>
                    <a:pt x="2338070" y="755650"/>
                    <a:pt x="2302510" y="759460"/>
                  </a:cubicBezTo>
                  <a:cubicBezTo>
                    <a:pt x="2277110" y="763270"/>
                    <a:pt x="2268220" y="765810"/>
                    <a:pt x="2236470" y="770890"/>
                  </a:cubicBezTo>
                  <a:cubicBezTo>
                    <a:pt x="2151380" y="782320"/>
                    <a:pt x="1915160" y="808990"/>
                    <a:pt x="1778000" y="820420"/>
                  </a:cubicBezTo>
                  <a:cubicBezTo>
                    <a:pt x="1667510" y="828040"/>
                    <a:pt x="1525270" y="833120"/>
                    <a:pt x="1477010" y="834390"/>
                  </a:cubicBezTo>
                  <a:cubicBezTo>
                    <a:pt x="1461770" y="834390"/>
                    <a:pt x="1463040" y="831850"/>
                    <a:pt x="1446530" y="834390"/>
                  </a:cubicBezTo>
                  <a:cubicBezTo>
                    <a:pt x="1386840" y="843280"/>
                    <a:pt x="1111250" y="937260"/>
                    <a:pt x="1018540" y="967740"/>
                  </a:cubicBezTo>
                  <a:cubicBezTo>
                    <a:pt x="972820" y="981710"/>
                    <a:pt x="958850" y="988060"/>
                    <a:pt x="916940" y="1002030"/>
                  </a:cubicBezTo>
                  <a:cubicBezTo>
                    <a:pt x="844550" y="1026160"/>
                    <a:pt x="721360" y="1065530"/>
                    <a:pt x="627380" y="1094740"/>
                  </a:cubicBezTo>
                  <a:cubicBezTo>
                    <a:pt x="538480" y="1122680"/>
                    <a:pt x="438150" y="1158240"/>
                    <a:pt x="367030" y="1172210"/>
                  </a:cubicBezTo>
                  <a:cubicBezTo>
                    <a:pt x="318770" y="1181100"/>
                    <a:pt x="242570" y="1182370"/>
                    <a:pt x="242570" y="1182370"/>
                  </a:cubicBezTo>
                  <a:cubicBezTo>
                    <a:pt x="242570" y="1182370"/>
                    <a:pt x="224790" y="1181100"/>
                    <a:pt x="214630" y="1181100"/>
                  </a:cubicBezTo>
                  <a:cubicBezTo>
                    <a:pt x="205740" y="1179830"/>
                    <a:pt x="187960" y="1179830"/>
                    <a:pt x="187960" y="1179830"/>
                  </a:cubicBezTo>
                  <a:cubicBezTo>
                    <a:pt x="187960" y="1178560"/>
                    <a:pt x="170180" y="1173480"/>
                    <a:pt x="161290" y="1170940"/>
                  </a:cubicBezTo>
                  <a:cubicBezTo>
                    <a:pt x="152400" y="1168400"/>
                    <a:pt x="135890" y="1163320"/>
                    <a:pt x="134620" y="1163320"/>
                  </a:cubicBezTo>
                  <a:cubicBezTo>
                    <a:pt x="134620" y="1163320"/>
                    <a:pt x="119380" y="1153160"/>
                    <a:pt x="111760" y="1149350"/>
                  </a:cubicBezTo>
                  <a:cubicBezTo>
                    <a:pt x="104140" y="1144270"/>
                    <a:pt x="87630" y="1135380"/>
                    <a:pt x="87630" y="1134110"/>
                  </a:cubicBezTo>
                  <a:cubicBezTo>
                    <a:pt x="87630" y="1134110"/>
                    <a:pt x="74930" y="1121410"/>
                    <a:pt x="68580" y="1115060"/>
                  </a:cubicBezTo>
                  <a:cubicBezTo>
                    <a:pt x="62230" y="1108710"/>
                    <a:pt x="49530" y="1096010"/>
                    <a:pt x="48260" y="1096010"/>
                  </a:cubicBezTo>
                  <a:cubicBezTo>
                    <a:pt x="48260" y="1096010"/>
                    <a:pt x="39370" y="1079500"/>
                    <a:pt x="34290" y="1071880"/>
                  </a:cubicBezTo>
                  <a:cubicBezTo>
                    <a:pt x="29210" y="1064260"/>
                    <a:pt x="20320" y="1049020"/>
                    <a:pt x="20320" y="1049020"/>
                  </a:cubicBezTo>
                  <a:cubicBezTo>
                    <a:pt x="20320" y="1047750"/>
                    <a:pt x="15240" y="1031240"/>
                    <a:pt x="11430" y="1022350"/>
                  </a:cubicBezTo>
                  <a:cubicBezTo>
                    <a:pt x="8890" y="1013460"/>
                    <a:pt x="3810" y="996950"/>
                    <a:pt x="3810" y="995680"/>
                  </a:cubicBezTo>
                  <a:cubicBezTo>
                    <a:pt x="3810" y="995680"/>
                    <a:pt x="2540" y="977900"/>
                    <a:pt x="1270" y="969010"/>
                  </a:cubicBezTo>
                  <a:cubicBezTo>
                    <a:pt x="1270" y="958850"/>
                    <a:pt x="0" y="941070"/>
                    <a:pt x="0" y="941070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97512" y="2261248"/>
            <a:ext cx="2987992" cy="1080135"/>
            <a:chOff x="0" y="0"/>
            <a:chExt cx="3983990" cy="1440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6990" y="8890"/>
              <a:ext cx="3892550" cy="1412240"/>
            </a:xfrm>
            <a:custGeom>
              <a:avLst/>
              <a:gdLst/>
              <a:ahLst/>
              <a:cxnLst/>
              <a:rect r="r" b="b" t="t" l="l"/>
              <a:pathLst>
                <a:path h="1412240" w="3892550">
                  <a:moveTo>
                    <a:pt x="3810" y="96520"/>
                  </a:moveTo>
                  <a:cubicBezTo>
                    <a:pt x="1564640" y="72390"/>
                    <a:pt x="2943860" y="59690"/>
                    <a:pt x="3256280" y="78740"/>
                  </a:cubicBezTo>
                  <a:cubicBezTo>
                    <a:pt x="3336290" y="83820"/>
                    <a:pt x="3359150" y="85090"/>
                    <a:pt x="3407410" y="96520"/>
                  </a:cubicBezTo>
                  <a:cubicBezTo>
                    <a:pt x="3456940" y="109220"/>
                    <a:pt x="3506470" y="128270"/>
                    <a:pt x="3550920" y="151130"/>
                  </a:cubicBezTo>
                  <a:cubicBezTo>
                    <a:pt x="3595370" y="175260"/>
                    <a:pt x="3638550" y="204470"/>
                    <a:pt x="3676650" y="238760"/>
                  </a:cubicBezTo>
                  <a:cubicBezTo>
                    <a:pt x="3714750" y="271780"/>
                    <a:pt x="3750310" y="311150"/>
                    <a:pt x="3778250" y="353060"/>
                  </a:cubicBezTo>
                  <a:cubicBezTo>
                    <a:pt x="3807460" y="394970"/>
                    <a:pt x="3831590" y="440690"/>
                    <a:pt x="3849370" y="488950"/>
                  </a:cubicBezTo>
                  <a:cubicBezTo>
                    <a:pt x="3867150" y="535940"/>
                    <a:pt x="3879850" y="586740"/>
                    <a:pt x="3886200" y="637540"/>
                  </a:cubicBezTo>
                  <a:cubicBezTo>
                    <a:pt x="3892550" y="687070"/>
                    <a:pt x="3892550" y="740410"/>
                    <a:pt x="3886200" y="789940"/>
                  </a:cubicBezTo>
                  <a:cubicBezTo>
                    <a:pt x="3879850" y="840740"/>
                    <a:pt x="3867150" y="891540"/>
                    <a:pt x="3849370" y="938530"/>
                  </a:cubicBezTo>
                  <a:cubicBezTo>
                    <a:pt x="3831590" y="985520"/>
                    <a:pt x="3807460" y="1032510"/>
                    <a:pt x="3778250" y="1074420"/>
                  </a:cubicBezTo>
                  <a:cubicBezTo>
                    <a:pt x="3750310" y="1116330"/>
                    <a:pt x="3714750" y="1155700"/>
                    <a:pt x="3676650" y="1188720"/>
                  </a:cubicBezTo>
                  <a:cubicBezTo>
                    <a:pt x="3638550" y="1223010"/>
                    <a:pt x="3595370" y="1252220"/>
                    <a:pt x="3550920" y="1276350"/>
                  </a:cubicBezTo>
                  <a:cubicBezTo>
                    <a:pt x="3506470" y="1299210"/>
                    <a:pt x="3456940" y="1318260"/>
                    <a:pt x="3407410" y="1329690"/>
                  </a:cubicBezTo>
                  <a:cubicBezTo>
                    <a:pt x="3359150" y="1342390"/>
                    <a:pt x="3324860" y="1344930"/>
                    <a:pt x="3256280" y="1348740"/>
                  </a:cubicBezTo>
                  <a:cubicBezTo>
                    <a:pt x="3111500" y="1357630"/>
                    <a:pt x="2811780" y="1353820"/>
                    <a:pt x="2584450" y="1348740"/>
                  </a:cubicBezTo>
                  <a:cubicBezTo>
                    <a:pt x="2348230" y="1342390"/>
                    <a:pt x="2114550" y="1319530"/>
                    <a:pt x="1866900" y="1313180"/>
                  </a:cubicBezTo>
                  <a:cubicBezTo>
                    <a:pt x="1601470" y="1306830"/>
                    <a:pt x="1206500" y="1322070"/>
                    <a:pt x="1041400" y="1311910"/>
                  </a:cubicBezTo>
                  <a:cubicBezTo>
                    <a:pt x="970280" y="1308100"/>
                    <a:pt x="938530" y="1305560"/>
                    <a:pt x="889000" y="1294130"/>
                  </a:cubicBezTo>
                  <a:cubicBezTo>
                    <a:pt x="839470" y="1281430"/>
                    <a:pt x="791210" y="1262380"/>
                    <a:pt x="745490" y="1239520"/>
                  </a:cubicBezTo>
                  <a:cubicBezTo>
                    <a:pt x="701040" y="1215390"/>
                    <a:pt x="657860" y="1186180"/>
                    <a:pt x="619760" y="1151890"/>
                  </a:cubicBezTo>
                  <a:cubicBezTo>
                    <a:pt x="581660" y="1118870"/>
                    <a:pt x="547370" y="1079500"/>
                    <a:pt x="518160" y="1037590"/>
                  </a:cubicBezTo>
                  <a:cubicBezTo>
                    <a:pt x="488950" y="995680"/>
                    <a:pt x="464820" y="949960"/>
                    <a:pt x="447040" y="901700"/>
                  </a:cubicBezTo>
                  <a:cubicBezTo>
                    <a:pt x="429260" y="854710"/>
                    <a:pt x="416560" y="803910"/>
                    <a:pt x="410210" y="753110"/>
                  </a:cubicBezTo>
                  <a:cubicBezTo>
                    <a:pt x="403860" y="703580"/>
                    <a:pt x="403860" y="650240"/>
                    <a:pt x="410210" y="600710"/>
                  </a:cubicBezTo>
                  <a:cubicBezTo>
                    <a:pt x="416560" y="549910"/>
                    <a:pt x="429260" y="499110"/>
                    <a:pt x="447040" y="452120"/>
                  </a:cubicBezTo>
                  <a:cubicBezTo>
                    <a:pt x="464820" y="403860"/>
                    <a:pt x="488950" y="358140"/>
                    <a:pt x="518160" y="316230"/>
                  </a:cubicBezTo>
                  <a:cubicBezTo>
                    <a:pt x="547370" y="274320"/>
                    <a:pt x="581660" y="234950"/>
                    <a:pt x="619760" y="201930"/>
                  </a:cubicBezTo>
                  <a:cubicBezTo>
                    <a:pt x="657860" y="167640"/>
                    <a:pt x="701040" y="138430"/>
                    <a:pt x="745490" y="114300"/>
                  </a:cubicBezTo>
                  <a:cubicBezTo>
                    <a:pt x="791210" y="91440"/>
                    <a:pt x="836930" y="72390"/>
                    <a:pt x="889000" y="60960"/>
                  </a:cubicBezTo>
                  <a:cubicBezTo>
                    <a:pt x="947420" y="46990"/>
                    <a:pt x="1035050" y="0"/>
                    <a:pt x="1080770" y="41910"/>
                  </a:cubicBezTo>
                  <a:cubicBezTo>
                    <a:pt x="1198880" y="149860"/>
                    <a:pt x="1198880" y="1205230"/>
                    <a:pt x="1080770" y="1311910"/>
                  </a:cubicBezTo>
                  <a:cubicBezTo>
                    <a:pt x="1035050" y="1353820"/>
                    <a:pt x="947420" y="1306830"/>
                    <a:pt x="889000" y="1294130"/>
                  </a:cubicBezTo>
                  <a:cubicBezTo>
                    <a:pt x="836930" y="1281430"/>
                    <a:pt x="791210" y="1262380"/>
                    <a:pt x="745490" y="1239520"/>
                  </a:cubicBezTo>
                  <a:cubicBezTo>
                    <a:pt x="701040" y="1215390"/>
                    <a:pt x="657860" y="1186180"/>
                    <a:pt x="619760" y="1151890"/>
                  </a:cubicBezTo>
                  <a:cubicBezTo>
                    <a:pt x="581660" y="1118870"/>
                    <a:pt x="547370" y="1079500"/>
                    <a:pt x="518160" y="1037590"/>
                  </a:cubicBezTo>
                  <a:cubicBezTo>
                    <a:pt x="488950" y="995680"/>
                    <a:pt x="464820" y="949960"/>
                    <a:pt x="447040" y="901700"/>
                  </a:cubicBezTo>
                  <a:cubicBezTo>
                    <a:pt x="429260" y="854710"/>
                    <a:pt x="416560" y="803910"/>
                    <a:pt x="410210" y="753110"/>
                  </a:cubicBezTo>
                  <a:cubicBezTo>
                    <a:pt x="403860" y="703580"/>
                    <a:pt x="403860" y="650240"/>
                    <a:pt x="410210" y="600710"/>
                  </a:cubicBezTo>
                  <a:cubicBezTo>
                    <a:pt x="416560" y="549910"/>
                    <a:pt x="429260" y="499110"/>
                    <a:pt x="447040" y="452120"/>
                  </a:cubicBezTo>
                  <a:cubicBezTo>
                    <a:pt x="464820" y="405130"/>
                    <a:pt x="488950" y="358140"/>
                    <a:pt x="518160" y="316230"/>
                  </a:cubicBezTo>
                  <a:cubicBezTo>
                    <a:pt x="547370" y="274320"/>
                    <a:pt x="581660" y="234950"/>
                    <a:pt x="619760" y="201930"/>
                  </a:cubicBezTo>
                  <a:cubicBezTo>
                    <a:pt x="657860" y="167640"/>
                    <a:pt x="701040" y="138430"/>
                    <a:pt x="745490" y="114300"/>
                  </a:cubicBezTo>
                  <a:cubicBezTo>
                    <a:pt x="791210" y="91440"/>
                    <a:pt x="839470" y="72390"/>
                    <a:pt x="889000" y="60960"/>
                  </a:cubicBezTo>
                  <a:cubicBezTo>
                    <a:pt x="938530" y="48260"/>
                    <a:pt x="969010" y="45720"/>
                    <a:pt x="1041400" y="41910"/>
                  </a:cubicBezTo>
                  <a:cubicBezTo>
                    <a:pt x="1211580" y="31750"/>
                    <a:pt x="1637030" y="39370"/>
                    <a:pt x="1908810" y="46990"/>
                  </a:cubicBezTo>
                  <a:cubicBezTo>
                    <a:pt x="2147570" y="53340"/>
                    <a:pt x="2359660" y="73660"/>
                    <a:pt x="2584450" y="78740"/>
                  </a:cubicBezTo>
                  <a:cubicBezTo>
                    <a:pt x="2807970" y="83820"/>
                    <a:pt x="3111500" y="69850"/>
                    <a:pt x="3256280" y="78740"/>
                  </a:cubicBezTo>
                  <a:cubicBezTo>
                    <a:pt x="3324860" y="82550"/>
                    <a:pt x="3359150" y="85090"/>
                    <a:pt x="3407410" y="96520"/>
                  </a:cubicBezTo>
                  <a:cubicBezTo>
                    <a:pt x="3456940" y="109220"/>
                    <a:pt x="3506470" y="128270"/>
                    <a:pt x="3550920" y="151130"/>
                  </a:cubicBezTo>
                  <a:cubicBezTo>
                    <a:pt x="3595370" y="175260"/>
                    <a:pt x="3638550" y="204470"/>
                    <a:pt x="3676650" y="238760"/>
                  </a:cubicBezTo>
                  <a:cubicBezTo>
                    <a:pt x="3714750" y="271780"/>
                    <a:pt x="3750310" y="311150"/>
                    <a:pt x="3778250" y="353060"/>
                  </a:cubicBezTo>
                  <a:cubicBezTo>
                    <a:pt x="3807460" y="394970"/>
                    <a:pt x="3831590" y="440690"/>
                    <a:pt x="3849370" y="488950"/>
                  </a:cubicBezTo>
                  <a:cubicBezTo>
                    <a:pt x="3867150" y="535940"/>
                    <a:pt x="3879850" y="586740"/>
                    <a:pt x="3886200" y="637540"/>
                  </a:cubicBezTo>
                  <a:cubicBezTo>
                    <a:pt x="3892550" y="687070"/>
                    <a:pt x="3892550" y="740410"/>
                    <a:pt x="3886200" y="789940"/>
                  </a:cubicBezTo>
                  <a:cubicBezTo>
                    <a:pt x="3879850" y="840740"/>
                    <a:pt x="3867150" y="891540"/>
                    <a:pt x="3849370" y="938530"/>
                  </a:cubicBezTo>
                  <a:cubicBezTo>
                    <a:pt x="3831590" y="985520"/>
                    <a:pt x="3807460" y="1032510"/>
                    <a:pt x="3778250" y="1074420"/>
                  </a:cubicBezTo>
                  <a:cubicBezTo>
                    <a:pt x="3750310" y="1116330"/>
                    <a:pt x="3714750" y="1155700"/>
                    <a:pt x="3676650" y="1188720"/>
                  </a:cubicBezTo>
                  <a:cubicBezTo>
                    <a:pt x="3638550" y="1223010"/>
                    <a:pt x="3595370" y="1252220"/>
                    <a:pt x="3550920" y="1276350"/>
                  </a:cubicBezTo>
                  <a:cubicBezTo>
                    <a:pt x="3506470" y="1299210"/>
                    <a:pt x="3456940" y="1318260"/>
                    <a:pt x="3407410" y="1329690"/>
                  </a:cubicBezTo>
                  <a:cubicBezTo>
                    <a:pt x="3359150" y="1342390"/>
                    <a:pt x="3332480" y="1343660"/>
                    <a:pt x="3256280" y="1348740"/>
                  </a:cubicBezTo>
                  <a:cubicBezTo>
                    <a:pt x="3014980" y="1362710"/>
                    <a:pt x="2147570" y="1412240"/>
                    <a:pt x="1764030" y="1348740"/>
                  </a:cubicBezTo>
                  <a:cubicBezTo>
                    <a:pt x="1513840" y="1306830"/>
                    <a:pt x="1381760" y="1150620"/>
                    <a:pt x="1160780" y="1141730"/>
                  </a:cubicBezTo>
                  <a:cubicBezTo>
                    <a:pt x="897890" y="1131570"/>
                    <a:pt x="500380" y="1339850"/>
                    <a:pt x="287020" y="1366520"/>
                  </a:cubicBezTo>
                  <a:cubicBezTo>
                    <a:pt x="167640" y="1381760"/>
                    <a:pt x="20320" y="1350010"/>
                    <a:pt x="3810" y="1366520"/>
                  </a:cubicBezTo>
                  <a:cubicBezTo>
                    <a:pt x="0" y="1370330"/>
                    <a:pt x="3810" y="1379220"/>
                    <a:pt x="3810" y="1379220"/>
                  </a:cubicBezTo>
                  <a:cubicBezTo>
                    <a:pt x="3810" y="1379220"/>
                    <a:pt x="3810" y="96520"/>
                    <a:pt x="3810" y="96520"/>
                  </a:cubicBezTo>
                </a:path>
              </a:pathLst>
            </a:custGeom>
            <a:solidFill>
              <a:srgbClr val="FFFFFF">
                <a:alpha val="117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16512" y="938226"/>
            <a:ext cx="14407515" cy="2813685"/>
            <a:chOff x="0" y="0"/>
            <a:chExt cx="19210020" cy="37515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" y="50800"/>
              <a:ext cx="19107150" cy="3649980"/>
            </a:xfrm>
            <a:custGeom>
              <a:avLst/>
              <a:gdLst/>
              <a:ahLst/>
              <a:cxnLst/>
              <a:rect r="r" b="b" t="t" l="l"/>
              <a:pathLst>
                <a:path h="3649980" w="19107150">
                  <a:moveTo>
                    <a:pt x="0" y="2736850"/>
                  </a:moveTo>
                  <a:cubicBezTo>
                    <a:pt x="11430" y="2561590"/>
                    <a:pt x="24130" y="2518410"/>
                    <a:pt x="40640" y="2477770"/>
                  </a:cubicBezTo>
                  <a:cubicBezTo>
                    <a:pt x="58420" y="2437130"/>
                    <a:pt x="81280" y="2399030"/>
                    <a:pt x="106680" y="2363470"/>
                  </a:cubicBezTo>
                  <a:cubicBezTo>
                    <a:pt x="133350" y="2329180"/>
                    <a:pt x="163830" y="2296160"/>
                    <a:pt x="198120" y="2268220"/>
                  </a:cubicBezTo>
                  <a:cubicBezTo>
                    <a:pt x="231140" y="2240280"/>
                    <a:pt x="269240" y="2216150"/>
                    <a:pt x="308610" y="2197100"/>
                  </a:cubicBezTo>
                  <a:cubicBezTo>
                    <a:pt x="347980" y="2179320"/>
                    <a:pt x="419100" y="2159000"/>
                    <a:pt x="434340" y="2155190"/>
                  </a:cubicBezTo>
                  <a:cubicBezTo>
                    <a:pt x="436880" y="2155190"/>
                    <a:pt x="436880" y="2156460"/>
                    <a:pt x="440690" y="2153920"/>
                  </a:cubicBezTo>
                  <a:cubicBezTo>
                    <a:pt x="464820" y="2142490"/>
                    <a:pt x="582930" y="1976120"/>
                    <a:pt x="699770" y="1917700"/>
                  </a:cubicBezTo>
                  <a:cubicBezTo>
                    <a:pt x="858520" y="1837690"/>
                    <a:pt x="1135380" y="1826260"/>
                    <a:pt x="1347470" y="1793240"/>
                  </a:cubicBezTo>
                  <a:cubicBezTo>
                    <a:pt x="1551940" y="1762760"/>
                    <a:pt x="1748790" y="1737360"/>
                    <a:pt x="1953260" y="1723390"/>
                  </a:cubicBezTo>
                  <a:cubicBezTo>
                    <a:pt x="2159000" y="1708150"/>
                    <a:pt x="2430780" y="1703070"/>
                    <a:pt x="2578100" y="1706880"/>
                  </a:cubicBezTo>
                  <a:cubicBezTo>
                    <a:pt x="2659380" y="1709420"/>
                    <a:pt x="2687320" y="1728470"/>
                    <a:pt x="2764790" y="1723390"/>
                  </a:cubicBezTo>
                  <a:cubicBezTo>
                    <a:pt x="2901950" y="1715770"/>
                    <a:pt x="3134360" y="1651000"/>
                    <a:pt x="3326130" y="1610360"/>
                  </a:cubicBezTo>
                  <a:cubicBezTo>
                    <a:pt x="3529330" y="1567180"/>
                    <a:pt x="3804920" y="1506220"/>
                    <a:pt x="3950970" y="1468120"/>
                  </a:cubicBezTo>
                  <a:cubicBezTo>
                    <a:pt x="4029710" y="1447800"/>
                    <a:pt x="4128770" y="1417320"/>
                    <a:pt x="4133850" y="1416050"/>
                  </a:cubicBezTo>
                  <a:cubicBezTo>
                    <a:pt x="4135120" y="1416050"/>
                    <a:pt x="4177030" y="1416050"/>
                    <a:pt x="4198620" y="1414780"/>
                  </a:cubicBezTo>
                  <a:cubicBezTo>
                    <a:pt x="4218940" y="1414780"/>
                    <a:pt x="4260850" y="1413510"/>
                    <a:pt x="4262120" y="1413510"/>
                  </a:cubicBezTo>
                  <a:cubicBezTo>
                    <a:pt x="4263390" y="1413510"/>
                    <a:pt x="4304030" y="1422400"/>
                    <a:pt x="4325620" y="1427480"/>
                  </a:cubicBezTo>
                  <a:cubicBezTo>
                    <a:pt x="4345940" y="1432560"/>
                    <a:pt x="4386580" y="1441450"/>
                    <a:pt x="4387850" y="1441450"/>
                  </a:cubicBezTo>
                  <a:cubicBezTo>
                    <a:pt x="4389120" y="1441450"/>
                    <a:pt x="4425950" y="1460500"/>
                    <a:pt x="4445000" y="1469390"/>
                  </a:cubicBezTo>
                  <a:cubicBezTo>
                    <a:pt x="4465320" y="1479550"/>
                    <a:pt x="4502150" y="1497330"/>
                    <a:pt x="4503420" y="1498600"/>
                  </a:cubicBezTo>
                  <a:cubicBezTo>
                    <a:pt x="4503420" y="1498600"/>
                    <a:pt x="4536440" y="1525270"/>
                    <a:pt x="4551680" y="1539240"/>
                  </a:cubicBezTo>
                  <a:cubicBezTo>
                    <a:pt x="4568190" y="1553210"/>
                    <a:pt x="4601210" y="1579880"/>
                    <a:pt x="4601210" y="1581150"/>
                  </a:cubicBezTo>
                  <a:cubicBezTo>
                    <a:pt x="4602480" y="1582420"/>
                    <a:pt x="4626610" y="1615440"/>
                    <a:pt x="4639310" y="1633220"/>
                  </a:cubicBezTo>
                  <a:cubicBezTo>
                    <a:pt x="4652010" y="1651000"/>
                    <a:pt x="4676140" y="1684020"/>
                    <a:pt x="4677410" y="1685290"/>
                  </a:cubicBezTo>
                  <a:cubicBezTo>
                    <a:pt x="4677410" y="1686560"/>
                    <a:pt x="4692650" y="1724660"/>
                    <a:pt x="4701540" y="1744980"/>
                  </a:cubicBezTo>
                  <a:cubicBezTo>
                    <a:pt x="4709160" y="1764030"/>
                    <a:pt x="4725670" y="1803400"/>
                    <a:pt x="4725670" y="1804670"/>
                  </a:cubicBezTo>
                  <a:cubicBezTo>
                    <a:pt x="4725670" y="1804670"/>
                    <a:pt x="4732020" y="1846580"/>
                    <a:pt x="4734560" y="1868170"/>
                  </a:cubicBezTo>
                  <a:cubicBezTo>
                    <a:pt x="4738370" y="1888490"/>
                    <a:pt x="4743450" y="1930400"/>
                    <a:pt x="4743450" y="1931670"/>
                  </a:cubicBezTo>
                  <a:cubicBezTo>
                    <a:pt x="4743450" y="1931670"/>
                    <a:pt x="4734560" y="1951990"/>
                    <a:pt x="4740910" y="1958340"/>
                  </a:cubicBezTo>
                  <a:cubicBezTo>
                    <a:pt x="4776470" y="1996440"/>
                    <a:pt x="5312410" y="1936750"/>
                    <a:pt x="5463540" y="1931670"/>
                  </a:cubicBezTo>
                  <a:cubicBezTo>
                    <a:pt x="5530850" y="1929130"/>
                    <a:pt x="5563870" y="1929130"/>
                    <a:pt x="5612130" y="1927860"/>
                  </a:cubicBezTo>
                  <a:cubicBezTo>
                    <a:pt x="5655310" y="1925320"/>
                    <a:pt x="5692140" y="1920240"/>
                    <a:pt x="5736590" y="1918970"/>
                  </a:cubicBezTo>
                  <a:cubicBezTo>
                    <a:pt x="5791200" y="1917700"/>
                    <a:pt x="5844540" y="1918970"/>
                    <a:pt x="5916930" y="1917700"/>
                  </a:cubicBezTo>
                  <a:cubicBezTo>
                    <a:pt x="6022340" y="1915160"/>
                    <a:pt x="6154420" y="1907540"/>
                    <a:pt x="6311900" y="1905000"/>
                  </a:cubicBezTo>
                  <a:cubicBezTo>
                    <a:pt x="6548120" y="1901190"/>
                    <a:pt x="6889750" y="1905000"/>
                    <a:pt x="7192010" y="1902460"/>
                  </a:cubicBezTo>
                  <a:cubicBezTo>
                    <a:pt x="7513320" y="1899920"/>
                    <a:pt x="7900670" y="1892300"/>
                    <a:pt x="8186420" y="1885950"/>
                  </a:cubicBezTo>
                  <a:cubicBezTo>
                    <a:pt x="8401050" y="1880870"/>
                    <a:pt x="8751570" y="1870710"/>
                    <a:pt x="8754110" y="1870710"/>
                  </a:cubicBezTo>
                  <a:cubicBezTo>
                    <a:pt x="8755380" y="1870710"/>
                    <a:pt x="8799830" y="1875790"/>
                    <a:pt x="8823960" y="1878330"/>
                  </a:cubicBezTo>
                  <a:cubicBezTo>
                    <a:pt x="8846820" y="1882140"/>
                    <a:pt x="8892540" y="1887220"/>
                    <a:pt x="8893810" y="1887220"/>
                  </a:cubicBezTo>
                  <a:cubicBezTo>
                    <a:pt x="8893810" y="1887220"/>
                    <a:pt x="8936990" y="1903730"/>
                    <a:pt x="8958580" y="1912620"/>
                  </a:cubicBezTo>
                  <a:cubicBezTo>
                    <a:pt x="8981440" y="1920240"/>
                    <a:pt x="9024620" y="1936750"/>
                    <a:pt x="9024620" y="1936750"/>
                  </a:cubicBezTo>
                  <a:cubicBezTo>
                    <a:pt x="9025890" y="1938020"/>
                    <a:pt x="9063990" y="1963420"/>
                    <a:pt x="9083040" y="1977390"/>
                  </a:cubicBezTo>
                  <a:cubicBezTo>
                    <a:pt x="9102090" y="1990090"/>
                    <a:pt x="9140190" y="2015490"/>
                    <a:pt x="9140190" y="2016760"/>
                  </a:cubicBezTo>
                  <a:cubicBezTo>
                    <a:pt x="9141460" y="2016760"/>
                    <a:pt x="9152890" y="2044700"/>
                    <a:pt x="9175750" y="2056130"/>
                  </a:cubicBezTo>
                  <a:cubicBezTo>
                    <a:pt x="9249410" y="2091690"/>
                    <a:pt x="9561830" y="2080260"/>
                    <a:pt x="9757410" y="2085340"/>
                  </a:cubicBezTo>
                  <a:cubicBezTo>
                    <a:pt x="9955530" y="2090420"/>
                    <a:pt x="10119360" y="2084070"/>
                    <a:pt x="10354310" y="2084070"/>
                  </a:cubicBezTo>
                  <a:cubicBezTo>
                    <a:pt x="10693400" y="2085340"/>
                    <a:pt x="11226800" y="2087880"/>
                    <a:pt x="11591290" y="2091690"/>
                  </a:cubicBezTo>
                  <a:cubicBezTo>
                    <a:pt x="11882120" y="2094230"/>
                    <a:pt x="12120880" y="2099310"/>
                    <a:pt x="12373610" y="2101850"/>
                  </a:cubicBezTo>
                  <a:cubicBezTo>
                    <a:pt x="12609830" y="2104390"/>
                    <a:pt x="12838430" y="2106930"/>
                    <a:pt x="13060680" y="2108200"/>
                  </a:cubicBezTo>
                  <a:cubicBezTo>
                    <a:pt x="13272770" y="2109470"/>
                    <a:pt x="13448030" y="2114550"/>
                    <a:pt x="13679170" y="2110740"/>
                  </a:cubicBezTo>
                  <a:cubicBezTo>
                    <a:pt x="13973811" y="2108200"/>
                    <a:pt x="14428470" y="2145030"/>
                    <a:pt x="14690089" y="2082800"/>
                  </a:cubicBezTo>
                  <a:cubicBezTo>
                    <a:pt x="14867889" y="2040890"/>
                    <a:pt x="14989811" y="1949450"/>
                    <a:pt x="15118080" y="1883410"/>
                  </a:cubicBezTo>
                  <a:cubicBezTo>
                    <a:pt x="15224761" y="1827530"/>
                    <a:pt x="15344139" y="1750060"/>
                    <a:pt x="15407639" y="1717040"/>
                  </a:cubicBezTo>
                  <a:cubicBezTo>
                    <a:pt x="15438120" y="1701800"/>
                    <a:pt x="15453361" y="1696720"/>
                    <a:pt x="15476220" y="1686560"/>
                  </a:cubicBezTo>
                  <a:cubicBezTo>
                    <a:pt x="15499080" y="1676400"/>
                    <a:pt x="15543530" y="1656080"/>
                    <a:pt x="15543530" y="1656080"/>
                  </a:cubicBezTo>
                  <a:cubicBezTo>
                    <a:pt x="15544800" y="1654810"/>
                    <a:pt x="15593061" y="1645920"/>
                    <a:pt x="15617189" y="1642110"/>
                  </a:cubicBezTo>
                  <a:cubicBezTo>
                    <a:pt x="15642589" y="1637030"/>
                    <a:pt x="15690850" y="1628140"/>
                    <a:pt x="15690850" y="1628140"/>
                  </a:cubicBezTo>
                  <a:cubicBezTo>
                    <a:pt x="15692120" y="1628140"/>
                    <a:pt x="15694661" y="1629410"/>
                    <a:pt x="15697200" y="1628140"/>
                  </a:cubicBezTo>
                  <a:cubicBezTo>
                    <a:pt x="15712439" y="1625600"/>
                    <a:pt x="15764511" y="1591310"/>
                    <a:pt x="15822930" y="1555750"/>
                  </a:cubicBezTo>
                  <a:cubicBezTo>
                    <a:pt x="15961361" y="1471930"/>
                    <a:pt x="16343630" y="1230630"/>
                    <a:pt x="16525239" y="1121410"/>
                  </a:cubicBezTo>
                  <a:cubicBezTo>
                    <a:pt x="16639539" y="1054100"/>
                    <a:pt x="16803370" y="960120"/>
                    <a:pt x="16804639" y="958850"/>
                  </a:cubicBezTo>
                  <a:cubicBezTo>
                    <a:pt x="16805911" y="958850"/>
                    <a:pt x="16850361" y="942340"/>
                    <a:pt x="16874489" y="934720"/>
                  </a:cubicBezTo>
                  <a:cubicBezTo>
                    <a:pt x="16897350" y="925830"/>
                    <a:pt x="16943070" y="910590"/>
                    <a:pt x="16944339" y="910590"/>
                  </a:cubicBezTo>
                  <a:cubicBezTo>
                    <a:pt x="16944339" y="909320"/>
                    <a:pt x="16992600" y="905510"/>
                    <a:pt x="17018000" y="902970"/>
                  </a:cubicBezTo>
                  <a:cubicBezTo>
                    <a:pt x="17042130" y="900430"/>
                    <a:pt x="17090389" y="896620"/>
                    <a:pt x="17091661" y="896620"/>
                  </a:cubicBezTo>
                  <a:cubicBezTo>
                    <a:pt x="17091661" y="896620"/>
                    <a:pt x="17151350" y="905510"/>
                    <a:pt x="17164050" y="906780"/>
                  </a:cubicBezTo>
                  <a:cubicBezTo>
                    <a:pt x="17169130" y="908050"/>
                    <a:pt x="17169130" y="910590"/>
                    <a:pt x="17175480" y="909320"/>
                  </a:cubicBezTo>
                  <a:cubicBezTo>
                    <a:pt x="17207230" y="900430"/>
                    <a:pt x="17367250" y="759460"/>
                    <a:pt x="17481550" y="669290"/>
                  </a:cubicBezTo>
                  <a:cubicBezTo>
                    <a:pt x="17627600" y="553720"/>
                    <a:pt x="17863820" y="372110"/>
                    <a:pt x="17980661" y="274320"/>
                  </a:cubicBezTo>
                  <a:cubicBezTo>
                    <a:pt x="18045430" y="218440"/>
                    <a:pt x="18091150" y="168910"/>
                    <a:pt x="18129250" y="140970"/>
                  </a:cubicBezTo>
                  <a:cubicBezTo>
                    <a:pt x="18150839" y="124460"/>
                    <a:pt x="18166080" y="119380"/>
                    <a:pt x="18183861" y="107950"/>
                  </a:cubicBezTo>
                  <a:cubicBezTo>
                    <a:pt x="18201639" y="95250"/>
                    <a:pt x="18219420" y="77470"/>
                    <a:pt x="18235930" y="68580"/>
                  </a:cubicBezTo>
                  <a:cubicBezTo>
                    <a:pt x="18246089" y="63500"/>
                    <a:pt x="18256250" y="63500"/>
                    <a:pt x="18266411" y="58420"/>
                  </a:cubicBezTo>
                  <a:cubicBezTo>
                    <a:pt x="18275300" y="54610"/>
                    <a:pt x="18281650" y="46990"/>
                    <a:pt x="18294350" y="41910"/>
                  </a:cubicBezTo>
                  <a:cubicBezTo>
                    <a:pt x="18309589" y="35560"/>
                    <a:pt x="18336261" y="34290"/>
                    <a:pt x="18356580" y="27940"/>
                  </a:cubicBezTo>
                  <a:cubicBezTo>
                    <a:pt x="18376900" y="22860"/>
                    <a:pt x="18399761" y="10160"/>
                    <a:pt x="18417539" y="7620"/>
                  </a:cubicBezTo>
                  <a:cubicBezTo>
                    <a:pt x="18430239" y="5080"/>
                    <a:pt x="18439130" y="8890"/>
                    <a:pt x="18449289" y="7620"/>
                  </a:cubicBezTo>
                  <a:cubicBezTo>
                    <a:pt x="18460720" y="6350"/>
                    <a:pt x="18468339" y="1270"/>
                    <a:pt x="18481039" y="0"/>
                  </a:cubicBezTo>
                  <a:cubicBezTo>
                    <a:pt x="18498820" y="0"/>
                    <a:pt x="18524220" y="6350"/>
                    <a:pt x="18545811" y="7620"/>
                  </a:cubicBezTo>
                  <a:cubicBezTo>
                    <a:pt x="18566130" y="8890"/>
                    <a:pt x="18592800" y="5080"/>
                    <a:pt x="18609311" y="7620"/>
                  </a:cubicBezTo>
                  <a:cubicBezTo>
                    <a:pt x="18622011" y="8890"/>
                    <a:pt x="18629630" y="15240"/>
                    <a:pt x="18639789" y="17780"/>
                  </a:cubicBezTo>
                  <a:cubicBezTo>
                    <a:pt x="18649950" y="20320"/>
                    <a:pt x="18660111" y="17780"/>
                    <a:pt x="18672811" y="21590"/>
                  </a:cubicBezTo>
                  <a:cubicBezTo>
                    <a:pt x="18689320" y="25400"/>
                    <a:pt x="18710911" y="40640"/>
                    <a:pt x="18729961" y="48260"/>
                  </a:cubicBezTo>
                  <a:cubicBezTo>
                    <a:pt x="18750280" y="55880"/>
                    <a:pt x="18775680" y="60960"/>
                    <a:pt x="18790920" y="68580"/>
                  </a:cubicBezTo>
                  <a:cubicBezTo>
                    <a:pt x="18802350" y="74930"/>
                    <a:pt x="18808700" y="82550"/>
                    <a:pt x="18817589" y="88900"/>
                  </a:cubicBezTo>
                  <a:cubicBezTo>
                    <a:pt x="18826480" y="93980"/>
                    <a:pt x="18836639" y="95250"/>
                    <a:pt x="18846800" y="101600"/>
                  </a:cubicBezTo>
                  <a:cubicBezTo>
                    <a:pt x="18860770" y="111760"/>
                    <a:pt x="18877280" y="132080"/>
                    <a:pt x="18893789" y="146050"/>
                  </a:cubicBezTo>
                  <a:cubicBezTo>
                    <a:pt x="18909030" y="160020"/>
                    <a:pt x="18931889" y="172720"/>
                    <a:pt x="18944589" y="185420"/>
                  </a:cubicBezTo>
                  <a:cubicBezTo>
                    <a:pt x="18953480" y="194310"/>
                    <a:pt x="18956020" y="203200"/>
                    <a:pt x="18962370" y="212090"/>
                  </a:cubicBezTo>
                  <a:cubicBezTo>
                    <a:pt x="18969989" y="219710"/>
                    <a:pt x="18978880" y="223520"/>
                    <a:pt x="18986500" y="233680"/>
                  </a:cubicBezTo>
                  <a:cubicBezTo>
                    <a:pt x="18996661" y="247650"/>
                    <a:pt x="19005550" y="271780"/>
                    <a:pt x="19015711" y="290830"/>
                  </a:cubicBezTo>
                  <a:cubicBezTo>
                    <a:pt x="19027139" y="308610"/>
                    <a:pt x="19044920" y="327660"/>
                    <a:pt x="19052539" y="344170"/>
                  </a:cubicBezTo>
                  <a:cubicBezTo>
                    <a:pt x="19057620" y="355600"/>
                    <a:pt x="19056350" y="364490"/>
                    <a:pt x="19061430" y="374650"/>
                  </a:cubicBezTo>
                  <a:cubicBezTo>
                    <a:pt x="19065239" y="384810"/>
                    <a:pt x="19071589" y="391160"/>
                    <a:pt x="19075400" y="403860"/>
                  </a:cubicBezTo>
                  <a:cubicBezTo>
                    <a:pt x="19081750" y="420370"/>
                    <a:pt x="19081750" y="445770"/>
                    <a:pt x="19086830" y="467360"/>
                  </a:cubicBezTo>
                  <a:cubicBezTo>
                    <a:pt x="19090639" y="487680"/>
                    <a:pt x="19102070" y="511810"/>
                    <a:pt x="19103339" y="528320"/>
                  </a:cubicBezTo>
                  <a:cubicBezTo>
                    <a:pt x="19104611" y="541020"/>
                    <a:pt x="19100800" y="549910"/>
                    <a:pt x="19102070" y="561340"/>
                  </a:cubicBezTo>
                  <a:cubicBezTo>
                    <a:pt x="19102070" y="571500"/>
                    <a:pt x="19107150" y="580390"/>
                    <a:pt x="19107150" y="593090"/>
                  </a:cubicBezTo>
                  <a:cubicBezTo>
                    <a:pt x="19107150" y="610870"/>
                    <a:pt x="19099530" y="635000"/>
                    <a:pt x="19096989" y="656590"/>
                  </a:cubicBezTo>
                  <a:cubicBezTo>
                    <a:pt x="19094450" y="678180"/>
                    <a:pt x="19096989" y="703580"/>
                    <a:pt x="19093180" y="720090"/>
                  </a:cubicBezTo>
                  <a:cubicBezTo>
                    <a:pt x="19090639" y="732790"/>
                    <a:pt x="19084289" y="740410"/>
                    <a:pt x="19081750" y="750570"/>
                  </a:cubicBezTo>
                  <a:cubicBezTo>
                    <a:pt x="19077939" y="760730"/>
                    <a:pt x="19080480" y="770890"/>
                    <a:pt x="19076670" y="782320"/>
                  </a:cubicBezTo>
                  <a:cubicBezTo>
                    <a:pt x="19070320" y="798830"/>
                    <a:pt x="19055080" y="820420"/>
                    <a:pt x="19046189" y="839470"/>
                  </a:cubicBezTo>
                  <a:cubicBezTo>
                    <a:pt x="19037300" y="858520"/>
                    <a:pt x="19030950" y="883920"/>
                    <a:pt x="19022061" y="899160"/>
                  </a:cubicBezTo>
                  <a:cubicBezTo>
                    <a:pt x="19015711" y="909320"/>
                    <a:pt x="19006820" y="914400"/>
                    <a:pt x="19001739" y="923290"/>
                  </a:cubicBezTo>
                  <a:cubicBezTo>
                    <a:pt x="18995389" y="932180"/>
                    <a:pt x="18994120" y="942340"/>
                    <a:pt x="18986500" y="952500"/>
                  </a:cubicBezTo>
                  <a:cubicBezTo>
                    <a:pt x="18975070" y="966470"/>
                    <a:pt x="18954750" y="980440"/>
                    <a:pt x="18939511" y="996950"/>
                  </a:cubicBezTo>
                  <a:cubicBezTo>
                    <a:pt x="18924270" y="1012190"/>
                    <a:pt x="18917920" y="1026160"/>
                    <a:pt x="18897600" y="1045210"/>
                  </a:cubicBezTo>
                  <a:cubicBezTo>
                    <a:pt x="18860770" y="1082040"/>
                    <a:pt x="18794730" y="1131570"/>
                    <a:pt x="18719800" y="1189990"/>
                  </a:cubicBezTo>
                  <a:cubicBezTo>
                    <a:pt x="18595339" y="1289050"/>
                    <a:pt x="18387061" y="1438910"/>
                    <a:pt x="18216880" y="1574800"/>
                  </a:cubicBezTo>
                  <a:cubicBezTo>
                    <a:pt x="18032730" y="1722120"/>
                    <a:pt x="17796511" y="1925320"/>
                    <a:pt x="17658080" y="2045970"/>
                  </a:cubicBezTo>
                  <a:cubicBezTo>
                    <a:pt x="17572989" y="2119630"/>
                    <a:pt x="17457420" y="2197100"/>
                    <a:pt x="17456150" y="2226310"/>
                  </a:cubicBezTo>
                  <a:cubicBezTo>
                    <a:pt x="17456150" y="2235200"/>
                    <a:pt x="17472661" y="2244090"/>
                    <a:pt x="17473930" y="2245360"/>
                  </a:cubicBezTo>
                  <a:cubicBezTo>
                    <a:pt x="17473930" y="2245360"/>
                    <a:pt x="17496789" y="2286000"/>
                    <a:pt x="17509489" y="2307590"/>
                  </a:cubicBezTo>
                  <a:cubicBezTo>
                    <a:pt x="17520920" y="2327910"/>
                    <a:pt x="17543780" y="2368550"/>
                    <a:pt x="17545050" y="2369820"/>
                  </a:cubicBezTo>
                  <a:cubicBezTo>
                    <a:pt x="17545050" y="2369820"/>
                    <a:pt x="17557750" y="2415540"/>
                    <a:pt x="17564100" y="2438400"/>
                  </a:cubicBezTo>
                  <a:cubicBezTo>
                    <a:pt x="17570450" y="2461260"/>
                    <a:pt x="17584420" y="2506980"/>
                    <a:pt x="17584420" y="2506980"/>
                  </a:cubicBezTo>
                  <a:cubicBezTo>
                    <a:pt x="17584420" y="2508250"/>
                    <a:pt x="17585689" y="2555240"/>
                    <a:pt x="17586961" y="2579370"/>
                  </a:cubicBezTo>
                  <a:cubicBezTo>
                    <a:pt x="17586961" y="2603500"/>
                    <a:pt x="17589500" y="2649220"/>
                    <a:pt x="17589500" y="2650490"/>
                  </a:cubicBezTo>
                  <a:cubicBezTo>
                    <a:pt x="17589500" y="2651760"/>
                    <a:pt x="17579339" y="2697480"/>
                    <a:pt x="17574261" y="2721610"/>
                  </a:cubicBezTo>
                  <a:cubicBezTo>
                    <a:pt x="17569180" y="2744470"/>
                    <a:pt x="17560289" y="2790190"/>
                    <a:pt x="17560289" y="2791460"/>
                  </a:cubicBezTo>
                  <a:cubicBezTo>
                    <a:pt x="17560289" y="2792730"/>
                    <a:pt x="17539970" y="2834640"/>
                    <a:pt x="17528539" y="2856230"/>
                  </a:cubicBezTo>
                  <a:cubicBezTo>
                    <a:pt x="17518380" y="2877820"/>
                    <a:pt x="17498061" y="2919730"/>
                    <a:pt x="17498061" y="2921000"/>
                  </a:cubicBezTo>
                  <a:cubicBezTo>
                    <a:pt x="17498061" y="2921000"/>
                    <a:pt x="17467580" y="2957830"/>
                    <a:pt x="17452339" y="2975610"/>
                  </a:cubicBezTo>
                  <a:cubicBezTo>
                    <a:pt x="17437100" y="2994660"/>
                    <a:pt x="17407889" y="3030220"/>
                    <a:pt x="17406620" y="3031490"/>
                  </a:cubicBezTo>
                  <a:cubicBezTo>
                    <a:pt x="17406620" y="3031490"/>
                    <a:pt x="17368520" y="3059430"/>
                    <a:pt x="17349470" y="3074670"/>
                  </a:cubicBezTo>
                  <a:cubicBezTo>
                    <a:pt x="17330420" y="3088640"/>
                    <a:pt x="17292320" y="3116580"/>
                    <a:pt x="17292320" y="3116580"/>
                  </a:cubicBezTo>
                  <a:cubicBezTo>
                    <a:pt x="17291050" y="3117850"/>
                    <a:pt x="17247870" y="3135630"/>
                    <a:pt x="17226280" y="3144520"/>
                  </a:cubicBezTo>
                  <a:cubicBezTo>
                    <a:pt x="17203420" y="3154680"/>
                    <a:pt x="17160239" y="3172460"/>
                    <a:pt x="17160239" y="3172460"/>
                  </a:cubicBezTo>
                  <a:cubicBezTo>
                    <a:pt x="17158970" y="3172460"/>
                    <a:pt x="17111980" y="3180080"/>
                    <a:pt x="17089120" y="3183890"/>
                  </a:cubicBezTo>
                  <a:cubicBezTo>
                    <a:pt x="17064989" y="3187700"/>
                    <a:pt x="17019270" y="3195320"/>
                    <a:pt x="17018000" y="3195320"/>
                  </a:cubicBezTo>
                  <a:cubicBezTo>
                    <a:pt x="17016730" y="3195320"/>
                    <a:pt x="16502380" y="3180080"/>
                    <a:pt x="16366489" y="3239770"/>
                  </a:cubicBezTo>
                  <a:cubicBezTo>
                    <a:pt x="16289020" y="3275330"/>
                    <a:pt x="16216630" y="3387090"/>
                    <a:pt x="16215361" y="3388360"/>
                  </a:cubicBezTo>
                  <a:cubicBezTo>
                    <a:pt x="16214089" y="3389630"/>
                    <a:pt x="16174720" y="3418840"/>
                    <a:pt x="16154400" y="3434080"/>
                  </a:cubicBezTo>
                  <a:cubicBezTo>
                    <a:pt x="16135350" y="3449320"/>
                    <a:pt x="16095980" y="3479800"/>
                    <a:pt x="16094711" y="3479800"/>
                  </a:cubicBezTo>
                  <a:cubicBezTo>
                    <a:pt x="16093439" y="3479800"/>
                    <a:pt x="16048989" y="3500120"/>
                    <a:pt x="16024861" y="3510280"/>
                  </a:cubicBezTo>
                  <a:cubicBezTo>
                    <a:pt x="16002000" y="3520440"/>
                    <a:pt x="15957550" y="3539490"/>
                    <a:pt x="15956280" y="3539490"/>
                  </a:cubicBezTo>
                  <a:cubicBezTo>
                    <a:pt x="15955011" y="3540760"/>
                    <a:pt x="15906750" y="3548380"/>
                    <a:pt x="15881350" y="3552190"/>
                  </a:cubicBezTo>
                  <a:cubicBezTo>
                    <a:pt x="15855950" y="3556000"/>
                    <a:pt x="15807689" y="3564890"/>
                    <a:pt x="15806420" y="3564890"/>
                  </a:cubicBezTo>
                  <a:cubicBezTo>
                    <a:pt x="15806420" y="3564890"/>
                    <a:pt x="15756889" y="3561080"/>
                    <a:pt x="15731489" y="3559810"/>
                  </a:cubicBezTo>
                  <a:cubicBezTo>
                    <a:pt x="15706089" y="3557270"/>
                    <a:pt x="15656561" y="3553460"/>
                    <a:pt x="15656561" y="3553460"/>
                  </a:cubicBezTo>
                  <a:cubicBezTo>
                    <a:pt x="15655289" y="3553460"/>
                    <a:pt x="15608300" y="3538220"/>
                    <a:pt x="15584170" y="3530600"/>
                  </a:cubicBezTo>
                  <a:cubicBezTo>
                    <a:pt x="15560039" y="3522980"/>
                    <a:pt x="15513050" y="3506470"/>
                    <a:pt x="15513050" y="3506470"/>
                  </a:cubicBezTo>
                  <a:cubicBezTo>
                    <a:pt x="15513050" y="3506470"/>
                    <a:pt x="15513050" y="3506470"/>
                    <a:pt x="15511780" y="3506470"/>
                  </a:cubicBezTo>
                  <a:cubicBezTo>
                    <a:pt x="15511780" y="3506470"/>
                    <a:pt x="15469870" y="3479800"/>
                    <a:pt x="15448280" y="3467100"/>
                  </a:cubicBezTo>
                  <a:cubicBezTo>
                    <a:pt x="15426689" y="3453130"/>
                    <a:pt x="15384780" y="3427730"/>
                    <a:pt x="15384780" y="3426460"/>
                  </a:cubicBezTo>
                  <a:cubicBezTo>
                    <a:pt x="15384780" y="3426460"/>
                    <a:pt x="15384780" y="3426460"/>
                    <a:pt x="15383511" y="3426460"/>
                  </a:cubicBezTo>
                  <a:cubicBezTo>
                    <a:pt x="15383511" y="3426460"/>
                    <a:pt x="15345411" y="3387090"/>
                    <a:pt x="15331439" y="3371850"/>
                  </a:cubicBezTo>
                  <a:cubicBezTo>
                    <a:pt x="15322550" y="3362960"/>
                    <a:pt x="15316200" y="3351530"/>
                    <a:pt x="15308580" y="3348990"/>
                  </a:cubicBezTo>
                  <a:cubicBezTo>
                    <a:pt x="15303500" y="3346450"/>
                    <a:pt x="15299689" y="3348990"/>
                    <a:pt x="15292070" y="3351530"/>
                  </a:cubicBezTo>
                  <a:cubicBezTo>
                    <a:pt x="15278100" y="3355340"/>
                    <a:pt x="15253970" y="3366770"/>
                    <a:pt x="15233650" y="3374390"/>
                  </a:cubicBezTo>
                  <a:cubicBezTo>
                    <a:pt x="15210789" y="3383280"/>
                    <a:pt x="15163800" y="3402330"/>
                    <a:pt x="15162530" y="3402330"/>
                  </a:cubicBezTo>
                  <a:cubicBezTo>
                    <a:pt x="15161261" y="3402330"/>
                    <a:pt x="15111730" y="3409950"/>
                    <a:pt x="15087600" y="3412490"/>
                  </a:cubicBezTo>
                  <a:cubicBezTo>
                    <a:pt x="15062200" y="3416300"/>
                    <a:pt x="15012670" y="3423920"/>
                    <a:pt x="15011400" y="3423920"/>
                  </a:cubicBezTo>
                  <a:cubicBezTo>
                    <a:pt x="15010130" y="3423920"/>
                    <a:pt x="14986000" y="3417570"/>
                    <a:pt x="14965680" y="3418840"/>
                  </a:cubicBezTo>
                  <a:cubicBezTo>
                    <a:pt x="14919961" y="3421380"/>
                    <a:pt x="14839950" y="3445510"/>
                    <a:pt x="14749780" y="3463290"/>
                  </a:cubicBezTo>
                  <a:cubicBezTo>
                    <a:pt x="14601189" y="3493770"/>
                    <a:pt x="14344650" y="3542030"/>
                    <a:pt x="14154150" y="3573780"/>
                  </a:cubicBezTo>
                  <a:cubicBezTo>
                    <a:pt x="13981430" y="3602990"/>
                    <a:pt x="13662661" y="3648710"/>
                    <a:pt x="13657580" y="3649980"/>
                  </a:cubicBezTo>
                  <a:cubicBezTo>
                    <a:pt x="13656311" y="3649980"/>
                    <a:pt x="13608050" y="3647440"/>
                    <a:pt x="13583920" y="3646170"/>
                  </a:cubicBezTo>
                  <a:cubicBezTo>
                    <a:pt x="13559789" y="3646170"/>
                    <a:pt x="13511530" y="3643630"/>
                    <a:pt x="13510261" y="3643630"/>
                  </a:cubicBezTo>
                  <a:cubicBezTo>
                    <a:pt x="13508989" y="3643630"/>
                    <a:pt x="13462000" y="3630930"/>
                    <a:pt x="13439139" y="3623310"/>
                  </a:cubicBezTo>
                  <a:cubicBezTo>
                    <a:pt x="13415011" y="3616960"/>
                    <a:pt x="13368020" y="3604260"/>
                    <a:pt x="13368020" y="3602990"/>
                  </a:cubicBezTo>
                  <a:cubicBezTo>
                    <a:pt x="13366750" y="3602990"/>
                    <a:pt x="13366750" y="3602990"/>
                    <a:pt x="13366750" y="3602990"/>
                  </a:cubicBezTo>
                  <a:cubicBezTo>
                    <a:pt x="13366750" y="3602990"/>
                    <a:pt x="13324839" y="3578860"/>
                    <a:pt x="13303250" y="3566160"/>
                  </a:cubicBezTo>
                  <a:cubicBezTo>
                    <a:pt x="13281661" y="3554730"/>
                    <a:pt x="13239750" y="3530600"/>
                    <a:pt x="13238480" y="3529330"/>
                  </a:cubicBezTo>
                  <a:cubicBezTo>
                    <a:pt x="13238480" y="3529330"/>
                    <a:pt x="13202920" y="3496310"/>
                    <a:pt x="13185139" y="3478530"/>
                  </a:cubicBezTo>
                  <a:cubicBezTo>
                    <a:pt x="13167361" y="3462020"/>
                    <a:pt x="13131800" y="3427730"/>
                    <a:pt x="13131800" y="3427730"/>
                  </a:cubicBezTo>
                  <a:cubicBezTo>
                    <a:pt x="13130530" y="3426460"/>
                    <a:pt x="13105130" y="3385820"/>
                    <a:pt x="13091161" y="3365500"/>
                  </a:cubicBezTo>
                  <a:cubicBezTo>
                    <a:pt x="13078461" y="3343910"/>
                    <a:pt x="13051789" y="3303270"/>
                    <a:pt x="13051789" y="3302000"/>
                  </a:cubicBezTo>
                  <a:cubicBezTo>
                    <a:pt x="13051789" y="3302000"/>
                    <a:pt x="13053061" y="3286760"/>
                    <a:pt x="13044170" y="3280410"/>
                  </a:cubicBezTo>
                  <a:cubicBezTo>
                    <a:pt x="12998450" y="3247390"/>
                    <a:pt x="12613640" y="3286760"/>
                    <a:pt x="12386310" y="3293110"/>
                  </a:cubicBezTo>
                  <a:cubicBezTo>
                    <a:pt x="12142470" y="3300730"/>
                    <a:pt x="11912600" y="3310890"/>
                    <a:pt x="11626850" y="3321050"/>
                  </a:cubicBezTo>
                  <a:cubicBezTo>
                    <a:pt x="11257280" y="3335020"/>
                    <a:pt x="10702290" y="3364230"/>
                    <a:pt x="10354310" y="3370580"/>
                  </a:cubicBezTo>
                  <a:cubicBezTo>
                    <a:pt x="10114280" y="3375660"/>
                    <a:pt x="9942830" y="3376930"/>
                    <a:pt x="9742170" y="3369310"/>
                  </a:cubicBezTo>
                  <a:cubicBezTo>
                    <a:pt x="9549130" y="3361690"/>
                    <a:pt x="9363710" y="3333750"/>
                    <a:pt x="9173210" y="3326130"/>
                  </a:cubicBezTo>
                  <a:cubicBezTo>
                    <a:pt x="8981440" y="3319780"/>
                    <a:pt x="8802370" y="3327400"/>
                    <a:pt x="8599170" y="3327400"/>
                  </a:cubicBezTo>
                  <a:cubicBezTo>
                    <a:pt x="8366760" y="3326130"/>
                    <a:pt x="7857490" y="3323590"/>
                    <a:pt x="7854950" y="3322320"/>
                  </a:cubicBezTo>
                  <a:cubicBezTo>
                    <a:pt x="7853680" y="3322320"/>
                    <a:pt x="7832090" y="3318510"/>
                    <a:pt x="7806690" y="3317240"/>
                  </a:cubicBezTo>
                  <a:cubicBezTo>
                    <a:pt x="7720330" y="3309620"/>
                    <a:pt x="7428230" y="3298190"/>
                    <a:pt x="7226300" y="3293110"/>
                  </a:cubicBezTo>
                  <a:cubicBezTo>
                    <a:pt x="7007860" y="3286760"/>
                    <a:pt x="6545580" y="3284220"/>
                    <a:pt x="6544310" y="3284220"/>
                  </a:cubicBezTo>
                  <a:cubicBezTo>
                    <a:pt x="6543040" y="3284220"/>
                    <a:pt x="6494780" y="3277870"/>
                    <a:pt x="6470650" y="3275330"/>
                  </a:cubicBezTo>
                  <a:cubicBezTo>
                    <a:pt x="6446520" y="3271520"/>
                    <a:pt x="6398260" y="3266440"/>
                    <a:pt x="6398260" y="3266440"/>
                  </a:cubicBezTo>
                  <a:cubicBezTo>
                    <a:pt x="6396990" y="3266440"/>
                    <a:pt x="6351270" y="3248660"/>
                    <a:pt x="6328410" y="3239770"/>
                  </a:cubicBezTo>
                  <a:cubicBezTo>
                    <a:pt x="6305550" y="3230880"/>
                    <a:pt x="6261100" y="3214370"/>
                    <a:pt x="6259830" y="3214370"/>
                  </a:cubicBezTo>
                  <a:cubicBezTo>
                    <a:pt x="6259830" y="3213100"/>
                    <a:pt x="6235700" y="3191510"/>
                    <a:pt x="6224270" y="3190240"/>
                  </a:cubicBezTo>
                  <a:cubicBezTo>
                    <a:pt x="6216650" y="3188970"/>
                    <a:pt x="6211570" y="3195320"/>
                    <a:pt x="6201410" y="3197860"/>
                  </a:cubicBezTo>
                  <a:cubicBezTo>
                    <a:pt x="6183630" y="3205480"/>
                    <a:pt x="6127750" y="3227070"/>
                    <a:pt x="6126480" y="3227070"/>
                  </a:cubicBezTo>
                  <a:cubicBezTo>
                    <a:pt x="6125210" y="3227070"/>
                    <a:pt x="6073140" y="3233420"/>
                    <a:pt x="6046470" y="3235960"/>
                  </a:cubicBezTo>
                  <a:cubicBezTo>
                    <a:pt x="6021070" y="3239770"/>
                    <a:pt x="5969000" y="3246120"/>
                    <a:pt x="5967730" y="3246120"/>
                  </a:cubicBezTo>
                  <a:cubicBezTo>
                    <a:pt x="5965190" y="3246120"/>
                    <a:pt x="5504180" y="3265170"/>
                    <a:pt x="5339080" y="3268980"/>
                  </a:cubicBezTo>
                  <a:cubicBezTo>
                    <a:pt x="5231130" y="3271520"/>
                    <a:pt x="5126990" y="3270250"/>
                    <a:pt x="5072380" y="3272790"/>
                  </a:cubicBezTo>
                  <a:cubicBezTo>
                    <a:pt x="5049520" y="3274060"/>
                    <a:pt x="5041900" y="3275330"/>
                    <a:pt x="5021580" y="3275330"/>
                  </a:cubicBezTo>
                  <a:cubicBezTo>
                    <a:pt x="4993640" y="3276600"/>
                    <a:pt x="4953000" y="3274060"/>
                    <a:pt x="4914900" y="3274060"/>
                  </a:cubicBezTo>
                  <a:cubicBezTo>
                    <a:pt x="4871720" y="3274060"/>
                    <a:pt x="4836160" y="3274060"/>
                    <a:pt x="4772660" y="3276600"/>
                  </a:cubicBezTo>
                  <a:cubicBezTo>
                    <a:pt x="4645660" y="3280410"/>
                    <a:pt x="4362450" y="3304540"/>
                    <a:pt x="4202430" y="3310890"/>
                  </a:cubicBezTo>
                  <a:cubicBezTo>
                    <a:pt x="4086860" y="3314700"/>
                    <a:pt x="3903980" y="3315970"/>
                    <a:pt x="3902710" y="3315970"/>
                  </a:cubicBezTo>
                  <a:cubicBezTo>
                    <a:pt x="3901440" y="3315970"/>
                    <a:pt x="3849370" y="3309620"/>
                    <a:pt x="3823970" y="3307080"/>
                  </a:cubicBezTo>
                  <a:cubicBezTo>
                    <a:pt x="3797300" y="3303270"/>
                    <a:pt x="3745230" y="3298190"/>
                    <a:pt x="3743960" y="3296920"/>
                  </a:cubicBezTo>
                  <a:cubicBezTo>
                    <a:pt x="3742690" y="3296920"/>
                    <a:pt x="3694430" y="3279140"/>
                    <a:pt x="3669030" y="3268980"/>
                  </a:cubicBezTo>
                  <a:cubicBezTo>
                    <a:pt x="3644900" y="3260090"/>
                    <a:pt x="3595370" y="3242310"/>
                    <a:pt x="3595370" y="3241040"/>
                  </a:cubicBezTo>
                  <a:cubicBezTo>
                    <a:pt x="3594100" y="3241040"/>
                    <a:pt x="3550920" y="3211830"/>
                    <a:pt x="3529330" y="3196590"/>
                  </a:cubicBezTo>
                  <a:cubicBezTo>
                    <a:pt x="3507740" y="3181350"/>
                    <a:pt x="3464560" y="3152140"/>
                    <a:pt x="3463290" y="3152140"/>
                  </a:cubicBezTo>
                  <a:cubicBezTo>
                    <a:pt x="3463290" y="3150870"/>
                    <a:pt x="3454400" y="3133090"/>
                    <a:pt x="3439160" y="3124200"/>
                  </a:cubicBezTo>
                  <a:cubicBezTo>
                    <a:pt x="3392170" y="3097530"/>
                    <a:pt x="3206750" y="3068320"/>
                    <a:pt x="3087370" y="3049270"/>
                  </a:cubicBezTo>
                  <a:cubicBezTo>
                    <a:pt x="2966720" y="3030220"/>
                    <a:pt x="2847340" y="3002280"/>
                    <a:pt x="2717800" y="3009900"/>
                  </a:cubicBezTo>
                  <a:cubicBezTo>
                    <a:pt x="2574290" y="3020060"/>
                    <a:pt x="2437130" y="3088640"/>
                    <a:pt x="2265680" y="3119120"/>
                  </a:cubicBezTo>
                  <a:cubicBezTo>
                    <a:pt x="2044700" y="3157220"/>
                    <a:pt x="1747520" y="3183890"/>
                    <a:pt x="1503680" y="3204210"/>
                  </a:cubicBezTo>
                  <a:cubicBezTo>
                    <a:pt x="1281430" y="3221990"/>
                    <a:pt x="941070" y="3280410"/>
                    <a:pt x="862330" y="3239770"/>
                  </a:cubicBezTo>
                  <a:cubicBezTo>
                    <a:pt x="836930" y="3227070"/>
                    <a:pt x="848360" y="3194050"/>
                    <a:pt x="828040" y="3186430"/>
                  </a:cubicBezTo>
                  <a:cubicBezTo>
                    <a:pt x="795020" y="3172460"/>
                    <a:pt x="709930" y="3218180"/>
                    <a:pt x="655320" y="3227070"/>
                  </a:cubicBezTo>
                  <a:cubicBezTo>
                    <a:pt x="608330" y="3233420"/>
                    <a:pt x="567690" y="3239770"/>
                    <a:pt x="524510" y="3237230"/>
                  </a:cubicBezTo>
                  <a:cubicBezTo>
                    <a:pt x="480060" y="3235960"/>
                    <a:pt x="435610" y="3228340"/>
                    <a:pt x="393700" y="3216910"/>
                  </a:cubicBezTo>
                  <a:cubicBezTo>
                    <a:pt x="351790" y="3204210"/>
                    <a:pt x="309880" y="3186430"/>
                    <a:pt x="273050" y="3164840"/>
                  </a:cubicBezTo>
                  <a:cubicBezTo>
                    <a:pt x="234950" y="3143250"/>
                    <a:pt x="198120" y="3116580"/>
                    <a:pt x="166370" y="3086100"/>
                  </a:cubicBezTo>
                  <a:cubicBezTo>
                    <a:pt x="135890" y="3055620"/>
                    <a:pt x="106680" y="3021330"/>
                    <a:pt x="83820" y="2984500"/>
                  </a:cubicBezTo>
                  <a:cubicBezTo>
                    <a:pt x="59690" y="2947670"/>
                    <a:pt x="40640" y="2907030"/>
                    <a:pt x="26670" y="2865120"/>
                  </a:cubicBezTo>
                  <a:cubicBezTo>
                    <a:pt x="12700" y="2824480"/>
                    <a:pt x="0" y="2736850"/>
                    <a:pt x="0" y="2736850"/>
                  </a:cubicBezTo>
                </a:path>
              </a:pathLst>
            </a:custGeom>
            <a:solidFill>
              <a:srgbClr val="FFFFFF">
                <a:alpha val="4314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79302" y="6417006"/>
            <a:ext cx="4338638" cy="1218248"/>
            <a:chOff x="0" y="0"/>
            <a:chExt cx="5784850" cy="1624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568198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681980">
                  <a:moveTo>
                    <a:pt x="0" y="1080770"/>
                  </a:moveTo>
                  <a:cubicBezTo>
                    <a:pt x="0" y="1080770"/>
                    <a:pt x="6350" y="1052830"/>
                    <a:pt x="8890" y="1038860"/>
                  </a:cubicBezTo>
                  <a:cubicBezTo>
                    <a:pt x="11430" y="1024890"/>
                    <a:pt x="17780" y="998220"/>
                    <a:pt x="17780" y="996950"/>
                  </a:cubicBezTo>
                  <a:cubicBezTo>
                    <a:pt x="17780" y="996950"/>
                    <a:pt x="30480" y="971550"/>
                    <a:pt x="36830" y="958850"/>
                  </a:cubicBezTo>
                  <a:cubicBezTo>
                    <a:pt x="43180" y="946150"/>
                    <a:pt x="55880" y="920750"/>
                    <a:pt x="55880" y="920750"/>
                  </a:cubicBezTo>
                  <a:cubicBezTo>
                    <a:pt x="55880" y="919480"/>
                    <a:pt x="73660" y="897890"/>
                    <a:pt x="82550" y="887730"/>
                  </a:cubicBezTo>
                  <a:cubicBezTo>
                    <a:pt x="92710" y="876300"/>
                    <a:pt x="110490" y="854710"/>
                    <a:pt x="110490" y="854710"/>
                  </a:cubicBezTo>
                  <a:cubicBezTo>
                    <a:pt x="110490" y="854710"/>
                    <a:pt x="133350" y="838200"/>
                    <a:pt x="144780" y="829310"/>
                  </a:cubicBezTo>
                  <a:cubicBezTo>
                    <a:pt x="156210" y="820420"/>
                    <a:pt x="179070" y="803910"/>
                    <a:pt x="179070" y="803910"/>
                  </a:cubicBezTo>
                  <a:cubicBezTo>
                    <a:pt x="180340" y="803910"/>
                    <a:pt x="205740" y="792480"/>
                    <a:pt x="219710" y="787400"/>
                  </a:cubicBezTo>
                  <a:cubicBezTo>
                    <a:pt x="232410" y="782320"/>
                    <a:pt x="257810" y="770890"/>
                    <a:pt x="259080" y="770890"/>
                  </a:cubicBezTo>
                  <a:cubicBezTo>
                    <a:pt x="259080" y="770890"/>
                    <a:pt x="287020" y="767080"/>
                    <a:pt x="300990" y="764540"/>
                  </a:cubicBezTo>
                  <a:cubicBezTo>
                    <a:pt x="314960" y="762000"/>
                    <a:pt x="323850" y="760730"/>
                    <a:pt x="344170" y="758190"/>
                  </a:cubicBezTo>
                  <a:cubicBezTo>
                    <a:pt x="393700" y="753110"/>
                    <a:pt x="506730" y="754380"/>
                    <a:pt x="608330" y="745490"/>
                  </a:cubicBezTo>
                  <a:cubicBezTo>
                    <a:pt x="749300" y="734060"/>
                    <a:pt x="947420" y="704850"/>
                    <a:pt x="1107440" y="683260"/>
                  </a:cubicBezTo>
                  <a:cubicBezTo>
                    <a:pt x="1257300" y="664210"/>
                    <a:pt x="1385570" y="643890"/>
                    <a:pt x="1541780" y="626110"/>
                  </a:cubicBezTo>
                  <a:cubicBezTo>
                    <a:pt x="1720850" y="604520"/>
                    <a:pt x="1987550" y="580390"/>
                    <a:pt x="2122170" y="567690"/>
                  </a:cubicBezTo>
                  <a:cubicBezTo>
                    <a:pt x="2193290" y="560070"/>
                    <a:pt x="2264410" y="565150"/>
                    <a:pt x="2287270" y="552450"/>
                  </a:cubicBezTo>
                  <a:cubicBezTo>
                    <a:pt x="2296160" y="548640"/>
                    <a:pt x="2299970" y="538480"/>
                    <a:pt x="2301240" y="538480"/>
                  </a:cubicBezTo>
                  <a:cubicBezTo>
                    <a:pt x="2301240" y="537210"/>
                    <a:pt x="2324100" y="521970"/>
                    <a:pt x="2335530" y="513080"/>
                  </a:cubicBezTo>
                  <a:cubicBezTo>
                    <a:pt x="2348230" y="505460"/>
                    <a:pt x="2371090" y="488950"/>
                    <a:pt x="2371090" y="488950"/>
                  </a:cubicBezTo>
                  <a:cubicBezTo>
                    <a:pt x="2372360" y="488950"/>
                    <a:pt x="2397760" y="478790"/>
                    <a:pt x="2411730" y="473710"/>
                  </a:cubicBezTo>
                  <a:cubicBezTo>
                    <a:pt x="2424430" y="468630"/>
                    <a:pt x="2451100" y="458470"/>
                    <a:pt x="2451100" y="458470"/>
                  </a:cubicBezTo>
                  <a:cubicBezTo>
                    <a:pt x="2452370" y="458470"/>
                    <a:pt x="2480310" y="455930"/>
                    <a:pt x="2494280" y="453390"/>
                  </a:cubicBezTo>
                  <a:cubicBezTo>
                    <a:pt x="2508250" y="452120"/>
                    <a:pt x="2536190" y="448310"/>
                    <a:pt x="2536190" y="448310"/>
                  </a:cubicBezTo>
                  <a:cubicBezTo>
                    <a:pt x="2540000" y="448310"/>
                    <a:pt x="2965450" y="391160"/>
                    <a:pt x="3167380" y="372110"/>
                  </a:cubicBezTo>
                  <a:cubicBezTo>
                    <a:pt x="3355340" y="355600"/>
                    <a:pt x="3573780" y="347980"/>
                    <a:pt x="3712210" y="340360"/>
                  </a:cubicBezTo>
                  <a:cubicBezTo>
                    <a:pt x="3798570" y="336550"/>
                    <a:pt x="3886200" y="335280"/>
                    <a:pt x="3921760" y="331470"/>
                  </a:cubicBezTo>
                  <a:cubicBezTo>
                    <a:pt x="3934460" y="330200"/>
                    <a:pt x="3934460" y="328930"/>
                    <a:pt x="3948430" y="326390"/>
                  </a:cubicBezTo>
                  <a:cubicBezTo>
                    <a:pt x="3987800" y="318770"/>
                    <a:pt x="4116070" y="294640"/>
                    <a:pt x="4199890" y="275590"/>
                  </a:cubicBezTo>
                  <a:cubicBezTo>
                    <a:pt x="4283710" y="257810"/>
                    <a:pt x="4344670" y="242570"/>
                    <a:pt x="4450080" y="215900"/>
                  </a:cubicBezTo>
                  <a:cubicBezTo>
                    <a:pt x="4636770" y="168910"/>
                    <a:pt x="5218430" y="11430"/>
                    <a:pt x="5219700" y="11430"/>
                  </a:cubicBezTo>
                  <a:cubicBezTo>
                    <a:pt x="5220970" y="11430"/>
                    <a:pt x="5247640" y="7620"/>
                    <a:pt x="5262880" y="5080"/>
                  </a:cubicBezTo>
                  <a:cubicBezTo>
                    <a:pt x="5276850" y="3810"/>
                    <a:pt x="5304790" y="0"/>
                    <a:pt x="5304790" y="0"/>
                  </a:cubicBezTo>
                  <a:cubicBezTo>
                    <a:pt x="5304790" y="0"/>
                    <a:pt x="5332730" y="2540"/>
                    <a:pt x="5347970" y="3810"/>
                  </a:cubicBezTo>
                  <a:cubicBezTo>
                    <a:pt x="5361940" y="5080"/>
                    <a:pt x="5389880" y="8890"/>
                    <a:pt x="5389880" y="8890"/>
                  </a:cubicBezTo>
                  <a:cubicBezTo>
                    <a:pt x="5391150" y="8890"/>
                    <a:pt x="5416550" y="19050"/>
                    <a:pt x="5430520" y="22860"/>
                  </a:cubicBezTo>
                  <a:cubicBezTo>
                    <a:pt x="5443220" y="27940"/>
                    <a:pt x="5469890" y="38100"/>
                    <a:pt x="5471160" y="38100"/>
                  </a:cubicBezTo>
                  <a:cubicBezTo>
                    <a:pt x="5471160" y="38100"/>
                    <a:pt x="5494020" y="53340"/>
                    <a:pt x="5506720" y="62230"/>
                  </a:cubicBezTo>
                  <a:cubicBezTo>
                    <a:pt x="5518150" y="69850"/>
                    <a:pt x="5541010" y="85090"/>
                    <a:pt x="5542280" y="86360"/>
                  </a:cubicBezTo>
                  <a:cubicBezTo>
                    <a:pt x="5542280" y="86360"/>
                    <a:pt x="5561330" y="106680"/>
                    <a:pt x="5570220" y="116840"/>
                  </a:cubicBezTo>
                  <a:cubicBezTo>
                    <a:pt x="5580380" y="128270"/>
                    <a:pt x="5599430" y="148590"/>
                    <a:pt x="5599430" y="148590"/>
                  </a:cubicBezTo>
                  <a:cubicBezTo>
                    <a:pt x="5599430" y="149860"/>
                    <a:pt x="5613400" y="173990"/>
                    <a:pt x="5619750" y="186690"/>
                  </a:cubicBezTo>
                  <a:cubicBezTo>
                    <a:pt x="5626100" y="199390"/>
                    <a:pt x="5640070" y="223520"/>
                    <a:pt x="5640070" y="224790"/>
                  </a:cubicBezTo>
                  <a:cubicBezTo>
                    <a:pt x="5640070" y="224790"/>
                    <a:pt x="5647690" y="252730"/>
                    <a:pt x="5651500" y="265430"/>
                  </a:cubicBezTo>
                  <a:cubicBezTo>
                    <a:pt x="5655310" y="279400"/>
                    <a:pt x="5661660" y="307340"/>
                    <a:pt x="5661660" y="307340"/>
                  </a:cubicBezTo>
                  <a:cubicBezTo>
                    <a:pt x="5661660" y="308610"/>
                    <a:pt x="5662930" y="336550"/>
                    <a:pt x="5662930" y="350520"/>
                  </a:cubicBezTo>
                  <a:cubicBezTo>
                    <a:pt x="5662930" y="364490"/>
                    <a:pt x="5662930" y="392430"/>
                    <a:pt x="5662930" y="393700"/>
                  </a:cubicBezTo>
                  <a:cubicBezTo>
                    <a:pt x="5662930" y="393700"/>
                    <a:pt x="5656580" y="421640"/>
                    <a:pt x="5654040" y="434340"/>
                  </a:cubicBezTo>
                  <a:cubicBezTo>
                    <a:pt x="5650230" y="448310"/>
                    <a:pt x="5643880" y="476250"/>
                    <a:pt x="5643880" y="476250"/>
                  </a:cubicBezTo>
                  <a:cubicBezTo>
                    <a:pt x="5643880" y="477520"/>
                    <a:pt x="5627370" y="508000"/>
                    <a:pt x="5624830" y="514350"/>
                  </a:cubicBezTo>
                  <a:cubicBezTo>
                    <a:pt x="5623560" y="516890"/>
                    <a:pt x="5622290" y="518160"/>
                    <a:pt x="5622290" y="519430"/>
                  </a:cubicBezTo>
                  <a:cubicBezTo>
                    <a:pt x="5622290" y="520700"/>
                    <a:pt x="5623560" y="521970"/>
                    <a:pt x="5626100" y="524510"/>
                  </a:cubicBezTo>
                  <a:cubicBezTo>
                    <a:pt x="5629910" y="532130"/>
                    <a:pt x="5647690" y="560070"/>
                    <a:pt x="5648960" y="561340"/>
                  </a:cubicBezTo>
                  <a:cubicBezTo>
                    <a:pt x="5648960" y="561340"/>
                    <a:pt x="5657850" y="588010"/>
                    <a:pt x="5661660" y="601980"/>
                  </a:cubicBezTo>
                  <a:cubicBezTo>
                    <a:pt x="5666740" y="615950"/>
                    <a:pt x="5675630" y="641350"/>
                    <a:pt x="5675630" y="642620"/>
                  </a:cubicBezTo>
                  <a:cubicBezTo>
                    <a:pt x="5675630" y="642620"/>
                    <a:pt x="5678170" y="670560"/>
                    <a:pt x="5679440" y="685800"/>
                  </a:cubicBezTo>
                  <a:cubicBezTo>
                    <a:pt x="5680710" y="699770"/>
                    <a:pt x="5681980" y="727710"/>
                    <a:pt x="5681980" y="727710"/>
                  </a:cubicBezTo>
                  <a:cubicBezTo>
                    <a:pt x="5681980" y="728980"/>
                    <a:pt x="5678170" y="755650"/>
                    <a:pt x="5675630" y="769620"/>
                  </a:cubicBezTo>
                  <a:cubicBezTo>
                    <a:pt x="5673090" y="784860"/>
                    <a:pt x="5669280" y="811530"/>
                    <a:pt x="5669280" y="812800"/>
                  </a:cubicBezTo>
                  <a:cubicBezTo>
                    <a:pt x="5668010" y="812800"/>
                    <a:pt x="5657850" y="838200"/>
                    <a:pt x="5651500" y="852170"/>
                  </a:cubicBezTo>
                  <a:cubicBezTo>
                    <a:pt x="5646420" y="864870"/>
                    <a:pt x="5634990" y="890270"/>
                    <a:pt x="5634990" y="891540"/>
                  </a:cubicBezTo>
                  <a:cubicBezTo>
                    <a:pt x="5634990" y="891540"/>
                    <a:pt x="5618480" y="914400"/>
                    <a:pt x="5609590" y="925830"/>
                  </a:cubicBezTo>
                  <a:cubicBezTo>
                    <a:pt x="5600700" y="937260"/>
                    <a:pt x="5584190" y="960120"/>
                    <a:pt x="5584190" y="960120"/>
                  </a:cubicBezTo>
                  <a:cubicBezTo>
                    <a:pt x="5582920" y="960120"/>
                    <a:pt x="5561330" y="977900"/>
                    <a:pt x="5549900" y="986790"/>
                  </a:cubicBezTo>
                  <a:cubicBezTo>
                    <a:pt x="5539740" y="995680"/>
                    <a:pt x="5518150" y="1013460"/>
                    <a:pt x="5516880" y="1014730"/>
                  </a:cubicBezTo>
                  <a:cubicBezTo>
                    <a:pt x="5516880" y="1014730"/>
                    <a:pt x="5491480" y="1026160"/>
                    <a:pt x="5478780" y="1032510"/>
                  </a:cubicBezTo>
                  <a:cubicBezTo>
                    <a:pt x="5466080" y="1038860"/>
                    <a:pt x="5440680" y="1050290"/>
                    <a:pt x="5439410" y="1050290"/>
                  </a:cubicBezTo>
                  <a:cubicBezTo>
                    <a:pt x="5439410" y="1051560"/>
                    <a:pt x="5439410" y="1050290"/>
                    <a:pt x="5439410" y="1051560"/>
                  </a:cubicBezTo>
                  <a:cubicBezTo>
                    <a:pt x="5439410" y="1051560"/>
                    <a:pt x="5411470" y="1056640"/>
                    <a:pt x="5397500" y="1059180"/>
                  </a:cubicBezTo>
                  <a:cubicBezTo>
                    <a:pt x="5383530" y="1062990"/>
                    <a:pt x="5374640" y="1064260"/>
                    <a:pt x="5355590" y="1068070"/>
                  </a:cubicBezTo>
                  <a:cubicBezTo>
                    <a:pt x="5316220" y="1074420"/>
                    <a:pt x="5247640" y="1084580"/>
                    <a:pt x="5173980" y="1092200"/>
                  </a:cubicBezTo>
                  <a:cubicBezTo>
                    <a:pt x="5063490" y="1102360"/>
                    <a:pt x="4897120" y="1106170"/>
                    <a:pt x="4754880" y="1117600"/>
                  </a:cubicBezTo>
                  <a:cubicBezTo>
                    <a:pt x="4608830" y="1129030"/>
                    <a:pt x="4472940" y="1143000"/>
                    <a:pt x="4307840" y="1160780"/>
                  </a:cubicBezTo>
                  <a:cubicBezTo>
                    <a:pt x="4103370" y="1182370"/>
                    <a:pt x="3872230" y="1207770"/>
                    <a:pt x="3620770" y="1238250"/>
                  </a:cubicBezTo>
                  <a:cubicBezTo>
                    <a:pt x="3313430" y="1276350"/>
                    <a:pt x="2952750" y="1329690"/>
                    <a:pt x="2599690" y="1375410"/>
                  </a:cubicBezTo>
                  <a:cubicBezTo>
                    <a:pt x="2218690" y="1423670"/>
                    <a:pt x="1515110" y="1600200"/>
                    <a:pt x="1414780" y="1521460"/>
                  </a:cubicBezTo>
                  <a:cubicBezTo>
                    <a:pt x="1384300" y="1498600"/>
                    <a:pt x="1428750" y="1441450"/>
                    <a:pt x="1402080" y="1418590"/>
                  </a:cubicBezTo>
                  <a:cubicBezTo>
                    <a:pt x="1332230" y="1361440"/>
                    <a:pt x="933450" y="1463040"/>
                    <a:pt x="744220" y="1469390"/>
                  </a:cubicBezTo>
                  <a:cubicBezTo>
                    <a:pt x="600710" y="1475740"/>
                    <a:pt x="365760" y="1469390"/>
                    <a:pt x="364490" y="1469390"/>
                  </a:cubicBezTo>
                  <a:cubicBezTo>
                    <a:pt x="363220" y="1469390"/>
                    <a:pt x="336550" y="1466850"/>
                    <a:pt x="321310" y="1465580"/>
                  </a:cubicBezTo>
                  <a:cubicBezTo>
                    <a:pt x="307340" y="1464310"/>
                    <a:pt x="279400" y="1461770"/>
                    <a:pt x="279400" y="1461770"/>
                  </a:cubicBezTo>
                  <a:cubicBezTo>
                    <a:pt x="278130" y="1461770"/>
                    <a:pt x="252730" y="1451610"/>
                    <a:pt x="238760" y="1447800"/>
                  </a:cubicBezTo>
                  <a:cubicBezTo>
                    <a:pt x="224790" y="1442720"/>
                    <a:pt x="198120" y="1433830"/>
                    <a:pt x="198120" y="1433830"/>
                  </a:cubicBezTo>
                  <a:cubicBezTo>
                    <a:pt x="198120" y="1432560"/>
                    <a:pt x="173990" y="1417320"/>
                    <a:pt x="162560" y="1409700"/>
                  </a:cubicBezTo>
                  <a:cubicBezTo>
                    <a:pt x="149860" y="1402080"/>
                    <a:pt x="127000" y="1386840"/>
                    <a:pt x="125730" y="1386840"/>
                  </a:cubicBezTo>
                  <a:cubicBezTo>
                    <a:pt x="125730" y="1386840"/>
                    <a:pt x="106680" y="1365250"/>
                    <a:pt x="96520" y="1355090"/>
                  </a:cubicBezTo>
                  <a:cubicBezTo>
                    <a:pt x="87630" y="1344930"/>
                    <a:pt x="67310" y="1324610"/>
                    <a:pt x="67310" y="1324610"/>
                  </a:cubicBezTo>
                  <a:cubicBezTo>
                    <a:pt x="67310" y="1323340"/>
                    <a:pt x="53340" y="1299210"/>
                    <a:pt x="46990" y="1286510"/>
                  </a:cubicBezTo>
                  <a:cubicBezTo>
                    <a:pt x="39370" y="1273810"/>
                    <a:pt x="25400" y="1249680"/>
                    <a:pt x="25400" y="1249680"/>
                  </a:cubicBezTo>
                  <a:cubicBezTo>
                    <a:pt x="25400" y="1248410"/>
                    <a:pt x="17780" y="1221740"/>
                    <a:pt x="13970" y="1207770"/>
                  </a:cubicBezTo>
                  <a:cubicBezTo>
                    <a:pt x="10160" y="1195070"/>
                    <a:pt x="2540" y="1167130"/>
                    <a:pt x="2540" y="1167130"/>
                  </a:cubicBezTo>
                  <a:cubicBezTo>
                    <a:pt x="2540" y="1165860"/>
                    <a:pt x="1270" y="1137920"/>
                    <a:pt x="1270" y="1123950"/>
                  </a:cubicBezTo>
                  <a:cubicBezTo>
                    <a:pt x="1270" y="1109980"/>
                    <a:pt x="0" y="1080770"/>
                    <a:pt x="0" y="1080770"/>
                  </a:cubicBezTo>
                </a:path>
              </a:pathLst>
            </a:custGeom>
            <a:solidFill>
              <a:srgbClr val="FFFFFF">
                <a:alpha val="117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73600" y="6684658"/>
            <a:ext cx="3984308" cy="1085850"/>
            <a:chOff x="0" y="0"/>
            <a:chExt cx="5312410" cy="1447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50800"/>
              <a:ext cx="5209540" cy="1348740"/>
            </a:xfrm>
            <a:custGeom>
              <a:avLst/>
              <a:gdLst/>
              <a:ahLst/>
              <a:cxnLst/>
              <a:rect r="r" b="b" t="t" l="l"/>
              <a:pathLst>
                <a:path h="1348740" w="5209540">
                  <a:moveTo>
                    <a:pt x="0" y="1137920"/>
                  </a:moveTo>
                  <a:cubicBezTo>
                    <a:pt x="76200" y="665480"/>
                    <a:pt x="205740" y="590550"/>
                    <a:pt x="314960" y="548640"/>
                  </a:cubicBezTo>
                  <a:cubicBezTo>
                    <a:pt x="425450" y="506730"/>
                    <a:pt x="566420" y="525780"/>
                    <a:pt x="681990" y="515620"/>
                  </a:cubicBezTo>
                  <a:cubicBezTo>
                    <a:pt x="787400" y="506730"/>
                    <a:pt x="949960" y="520700"/>
                    <a:pt x="984250" y="492760"/>
                  </a:cubicBezTo>
                  <a:cubicBezTo>
                    <a:pt x="996950" y="481330"/>
                    <a:pt x="994410" y="450850"/>
                    <a:pt x="994410" y="450850"/>
                  </a:cubicBezTo>
                  <a:cubicBezTo>
                    <a:pt x="995680" y="450850"/>
                    <a:pt x="1008380" y="425450"/>
                    <a:pt x="1016000" y="412750"/>
                  </a:cubicBezTo>
                  <a:cubicBezTo>
                    <a:pt x="1022350" y="401320"/>
                    <a:pt x="1036320" y="375920"/>
                    <a:pt x="1036320" y="375920"/>
                  </a:cubicBezTo>
                  <a:cubicBezTo>
                    <a:pt x="1036320" y="374650"/>
                    <a:pt x="1055370" y="354330"/>
                    <a:pt x="1065530" y="344170"/>
                  </a:cubicBezTo>
                  <a:cubicBezTo>
                    <a:pt x="1074420" y="334010"/>
                    <a:pt x="1093470" y="312420"/>
                    <a:pt x="1093470" y="312420"/>
                  </a:cubicBezTo>
                  <a:cubicBezTo>
                    <a:pt x="1093470" y="312420"/>
                    <a:pt x="1093470" y="312420"/>
                    <a:pt x="1094740" y="312420"/>
                  </a:cubicBezTo>
                  <a:cubicBezTo>
                    <a:pt x="1094740" y="312420"/>
                    <a:pt x="1122680" y="293370"/>
                    <a:pt x="1130300" y="288290"/>
                  </a:cubicBezTo>
                  <a:cubicBezTo>
                    <a:pt x="1132840" y="287020"/>
                    <a:pt x="1135380" y="287020"/>
                    <a:pt x="1136650" y="284480"/>
                  </a:cubicBezTo>
                  <a:cubicBezTo>
                    <a:pt x="1137920" y="281940"/>
                    <a:pt x="1135380" y="276860"/>
                    <a:pt x="1136650" y="274320"/>
                  </a:cubicBezTo>
                  <a:cubicBezTo>
                    <a:pt x="1139190" y="273050"/>
                    <a:pt x="1145540" y="276860"/>
                    <a:pt x="1150620" y="275590"/>
                  </a:cubicBezTo>
                  <a:cubicBezTo>
                    <a:pt x="1155700" y="274320"/>
                    <a:pt x="1164590" y="265430"/>
                    <a:pt x="1165860" y="265430"/>
                  </a:cubicBezTo>
                  <a:cubicBezTo>
                    <a:pt x="1165860" y="265430"/>
                    <a:pt x="1178560" y="264160"/>
                    <a:pt x="1181100" y="259080"/>
                  </a:cubicBezTo>
                  <a:cubicBezTo>
                    <a:pt x="1186180" y="250190"/>
                    <a:pt x="1151890" y="214630"/>
                    <a:pt x="1163320" y="196850"/>
                  </a:cubicBezTo>
                  <a:cubicBezTo>
                    <a:pt x="1195070" y="146050"/>
                    <a:pt x="1460500" y="129540"/>
                    <a:pt x="1651000" y="104140"/>
                  </a:cubicBezTo>
                  <a:cubicBezTo>
                    <a:pt x="1916430" y="68580"/>
                    <a:pt x="2322830" y="43180"/>
                    <a:pt x="2608580" y="27940"/>
                  </a:cubicBezTo>
                  <a:cubicBezTo>
                    <a:pt x="2837180" y="16510"/>
                    <a:pt x="3035300" y="16510"/>
                    <a:pt x="3229610" y="12700"/>
                  </a:cubicBezTo>
                  <a:cubicBezTo>
                    <a:pt x="3401060" y="8890"/>
                    <a:pt x="3669030" y="5080"/>
                    <a:pt x="3713480" y="5080"/>
                  </a:cubicBezTo>
                  <a:cubicBezTo>
                    <a:pt x="3719830" y="5080"/>
                    <a:pt x="3718560" y="6350"/>
                    <a:pt x="3724910" y="6350"/>
                  </a:cubicBezTo>
                  <a:cubicBezTo>
                    <a:pt x="3756660" y="6350"/>
                    <a:pt x="3896360" y="0"/>
                    <a:pt x="4003040" y="0"/>
                  </a:cubicBezTo>
                  <a:cubicBezTo>
                    <a:pt x="4144010" y="1270"/>
                    <a:pt x="4497070" y="12700"/>
                    <a:pt x="4499610" y="12700"/>
                  </a:cubicBezTo>
                  <a:cubicBezTo>
                    <a:pt x="4500880" y="12700"/>
                    <a:pt x="4528820" y="8890"/>
                    <a:pt x="4542790" y="7620"/>
                  </a:cubicBezTo>
                  <a:cubicBezTo>
                    <a:pt x="4556760" y="6350"/>
                    <a:pt x="4584700" y="2540"/>
                    <a:pt x="4584700" y="2540"/>
                  </a:cubicBezTo>
                  <a:cubicBezTo>
                    <a:pt x="4585970" y="2540"/>
                    <a:pt x="4613910" y="5080"/>
                    <a:pt x="4627880" y="7620"/>
                  </a:cubicBezTo>
                  <a:cubicBezTo>
                    <a:pt x="4641850" y="8890"/>
                    <a:pt x="4669790" y="11430"/>
                    <a:pt x="4669790" y="12700"/>
                  </a:cubicBezTo>
                  <a:cubicBezTo>
                    <a:pt x="4671060" y="12700"/>
                    <a:pt x="4697730" y="22860"/>
                    <a:pt x="4710430" y="26670"/>
                  </a:cubicBezTo>
                  <a:cubicBezTo>
                    <a:pt x="4724400" y="31750"/>
                    <a:pt x="4749800" y="41910"/>
                    <a:pt x="4751070" y="41910"/>
                  </a:cubicBezTo>
                  <a:cubicBezTo>
                    <a:pt x="4751070" y="43180"/>
                    <a:pt x="4768850" y="59690"/>
                    <a:pt x="4782820" y="64770"/>
                  </a:cubicBezTo>
                  <a:cubicBezTo>
                    <a:pt x="4805680" y="72390"/>
                    <a:pt x="4851400" y="69850"/>
                    <a:pt x="4876800" y="73660"/>
                  </a:cubicBezTo>
                  <a:cubicBezTo>
                    <a:pt x="4893310" y="76200"/>
                    <a:pt x="4904740" y="78740"/>
                    <a:pt x="4918710" y="81280"/>
                  </a:cubicBezTo>
                  <a:cubicBezTo>
                    <a:pt x="4932680" y="83820"/>
                    <a:pt x="4960620" y="88900"/>
                    <a:pt x="4960620" y="88900"/>
                  </a:cubicBezTo>
                  <a:cubicBezTo>
                    <a:pt x="4961890" y="88900"/>
                    <a:pt x="4987290" y="100330"/>
                    <a:pt x="4999990" y="106680"/>
                  </a:cubicBezTo>
                  <a:cubicBezTo>
                    <a:pt x="5012690" y="111760"/>
                    <a:pt x="5038090" y="123190"/>
                    <a:pt x="5039360" y="124460"/>
                  </a:cubicBezTo>
                  <a:cubicBezTo>
                    <a:pt x="5039360" y="124460"/>
                    <a:pt x="5062220" y="140970"/>
                    <a:pt x="5072380" y="149860"/>
                  </a:cubicBezTo>
                  <a:cubicBezTo>
                    <a:pt x="5083810" y="158750"/>
                    <a:pt x="5106670" y="176530"/>
                    <a:pt x="5106670" y="176530"/>
                  </a:cubicBezTo>
                  <a:cubicBezTo>
                    <a:pt x="5106670" y="177800"/>
                    <a:pt x="5124450" y="199390"/>
                    <a:pt x="5133340" y="210820"/>
                  </a:cubicBezTo>
                  <a:cubicBezTo>
                    <a:pt x="5142230" y="222250"/>
                    <a:pt x="5158740" y="243840"/>
                    <a:pt x="5160010" y="243840"/>
                  </a:cubicBezTo>
                  <a:cubicBezTo>
                    <a:pt x="5160010" y="245110"/>
                    <a:pt x="5171440" y="270510"/>
                    <a:pt x="5176520" y="283210"/>
                  </a:cubicBezTo>
                  <a:cubicBezTo>
                    <a:pt x="5182870" y="295910"/>
                    <a:pt x="5194300" y="322580"/>
                    <a:pt x="5194300" y="322580"/>
                  </a:cubicBezTo>
                  <a:cubicBezTo>
                    <a:pt x="5194300" y="322580"/>
                    <a:pt x="5199380" y="350520"/>
                    <a:pt x="5201920" y="364490"/>
                  </a:cubicBezTo>
                  <a:cubicBezTo>
                    <a:pt x="5204460" y="378460"/>
                    <a:pt x="5209540" y="406400"/>
                    <a:pt x="5209540" y="406400"/>
                  </a:cubicBezTo>
                  <a:cubicBezTo>
                    <a:pt x="5209540" y="407670"/>
                    <a:pt x="5208270" y="435610"/>
                    <a:pt x="5207000" y="449580"/>
                  </a:cubicBezTo>
                  <a:cubicBezTo>
                    <a:pt x="5207000" y="463550"/>
                    <a:pt x="5204460" y="491490"/>
                    <a:pt x="5204460" y="492760"/>
                  </a:cubicBezTo>
                  <a:cubicBezTo>
                    <a:pt x="5204460" y="492760"/>
                    <a:pt x="5196840" y="519430"/>
                    <a:pt x="5191760" y="533400"/>
                  </a:cubicBezTo>
                  <a:cubicBezTo>
                    <a:pt x="5187950" y="547370"/>
                    <a:pt x="5179060" y="574040"/>
                    <a:pt x="5179060" y="574040"/>
                  </a:cubicBezTo>
                  <a:cubicBezTo>
                    <a:pt x="5179060" y="575310"/>
                    <a:pt x="5165090" y="598170"/>
                    <a:pt x="5157470" y="610870"/>
                  </a:cubicBezTo>
                  <a:cubicBezTo>
                    <a:pt x="5149850" y="623570"/>
                    <a:pt x="5135880" y="647700"/>
                    <a:pt x="5134610" y="647700"/>
                  </a:cubicBezTo>
                  <a:cubicBezTo>
                    <a:pt x="5134610" y="647700"/>
                    <a:pt x="5114290" y="668020"/>
                    <a:pt x="5104130" y="678180"/>
                  </a:cubicBezTo>
                  <a:cubicBezTo>
                    <a:pt x="5093970" y="688340"/>
                    <a:pt x="5074920" y="707390"/>
                    <a:pt x="5074920" y="708660"/>
                  </a:cubicBezTo>
                  <a:cubicBezTo>
                    <a:pt x="5073650" y="708660"/>
                    <a:pt x="5049520" y="722630"/>
                    <a:pt x="5038090" y="730250"/>
                  </a:cubicBezTo>
                  <a:cubicBezTo>
                    <a:pt x="5025390" y="737870"/>
                    <a:pt x="5001260" y="751840"/>
                    <a:pt x="5001260" y="753110"/>
                  </a:cubicBezTo>
                  <a:cubicBezTo>
                    <a:pt x="4999990" y="753110"/>
                    <a:pt x="4973320" y="760730"/>
                    <a:pt x="4960620" y="765810"/>
                  </a:cubicBezTo>
                  <a:cubicBezTo>
                    <a:pt x="4946650" y="769620"/>
                    <a:pt x="4919980" y="778510"/>
                    <a:pt x="4918710" y="778510"/>
                  </a:cubicBezTo>
                  <a:cubicBezTo>
                    <a:pt x="4918710" y="778510"/>
                    <a:pt x="4890770" y="779780"/>
                    <a:pt x="4876800" y="781050"/>
                  </a:cubicBezTo>
                  <a:cubicBezTo>
                    <a:pt x="4861560" y="781050"/>
                    <a:pt x="4834890" y="783590"/>
                    <a:pt x="4833620" y="783590"/>
                  </a:cubicBezTo>
                  <a:cubicBezTo>
                    <a:pt x="4832350" y="783590"/>
                    <a:pt x="4452620" y="797560"/>
                    <a:pt x="4325620" y="798830"/>
                  </a:cubicBezTo>
                  <a:cubicBezTo>
                    <a:pt x="4249420" y="801370"/>
                    <a:pt x="4206240" y="797560"/>
                    <a:pt x="4141470" y="800100"/>
                  </a:cubicBezTo>
                  <a:cubicBezTo>
                    <a:pt x="4067810" y="803910"/>
                    <a:pt x="3914140" y="817880"/>
                    <a:pt x="3903980" y="821690"/>
                  </a:cubicBezTo>
                  <a:cubicBezTo>
                    <a:pt x="3903980" y="822960"/>
                    <a:pt x="3903980" y="822960"/>
                    <a:pt x="3903980" y="822960"/>
                  </a:cubicBezTo>
                  <a:cubicBezTo>
                    <a:pt x="3902710" y="824230"/>
                    <a:pt x="3879850" y="839470"/>
                    <a:pt x="3868420" y="847090"/>
                  </a:cubicBezTo>
                  <a:cubicBezTo>
                    <a:pt x="3856990" y="855980"/>
                    <a:pt x="3834130" y="871220"/>
                    <a:pt x="3832860" y="871220"/>
                  </a:cubicBezTo>
                  <a:cubicBezTo>
                    <a:pt x="3832860" y="872490"/>
                    <a:pt x="3806190" y="881380"/>
                    <a:pt x="3793490" y="886460"/>
                  </a:cubicBezTo>
                  <a:cubicBezTo>
                    <a:pt x="3779520" y="891540"/>
                    <a:pt x="3752850" y="901700"/>
                    <a:pt x="3752850" y="901700"/>
                  </a:cubicBezTo>
                  <a:cubicBezTo>
                    <a:pt x="3752850" y="901700"/>
                    <a:pt x="3721100" y="905510"/>
                    <a:pt x="3709670" y="906780"/>
                  </a:cubicBezTo>
                  <a:cubicBezTo>
                    <a:pt x="3703320" y="908050"/>
                    <a:pt x="3695700" y="904240"/>
                    <a:pt x="3693160" y="909320"/>
                  </a:cubicBezTo>
                  <a:cubicBezTo>
                    <a:pt x="3684270" y="924560"/>
                    <a:pt x="3807460" y="1043940"/>
                    <a:pt x="3789680" y="1094740"/>
                  </a:cubicBezTo>
                  <a:cubicBezTo>
                    <a:pt x="3765550" y="1162050"/>
                    <a:pt x="3583940" y="1202690"/>
                    <a:pt x="3459480" y="1239520"/>
                  </a:cubicBezTo>
                  <a:cubicBezTo>
                    <a:pt x="3309620" y="1283970"/>
                    <a:pt x="3116580" y="1305560"/>
                    <a:pt x="2946400" y="1323340"/>
                  </a:cubicBezTo>
                  <a:cubicBezTo>
                    <a:pt x="2777490" y="1341120"/>
                    <a:pt x="2607310" y="1343660"/>
                    <a:pt x="2439670" y="1346200"/>
                  </a:cubicBezTo>
                  <a:cubicBezTo>
                    <a:pt x="2274570" y="1348740"/>
                    <a:pt x="2100580" y="1348740"/>
                    <a:pt x="1946910" y="1338580"/>
                  </a:cubicBezTo>
                  <a:cubicBezTo>
                    <a:pt x="1807210" y="1329690"/>
                    <a:pt x="1672590" y="1313180"/>
                    <a:pt x="1553210" y="1292860"/>
                  </a:cubicBezTo>
                  <a:cubicBezTo>
                    <a:pt x="1450340" y="1275080"/>
                    <a:pt x="1366520" y="1234440"/>
                    <a:pt x="1267460" y="1226820"/>
                  </a:cubicBezTo>
                  <a:cubicBezTo>
                    <a:pt x="1163320" y="1217930"/>
                    <a:pt x="1057910" y="1239520"/>
                    <a:pt x="941070" y="1249680"/>
                  </a:cubicBezTo>
                  <a:cubicBezTo>
                    <a:pt x="807720" y="1261110"/>
                    <a:pt x="661670" y="1305560"/>
                    <a:pt x="514350" y="1291590"/>
                  </a:cubicBezTo>
                  <a:cubicBezTo>
                    <a:pt x="349250" y="1275080"/>
                    <a:pt x="0" y="1137920"/>
                    <a:pt x="0" y="1137920"/>
                  </a:cubicBezTo>
                </a:path>
              </a:pathLst>
            </a:custGeom>
            <a:solidFill>
              <a:srgbClr val="FFFFFF">
                <a:alpha val="48627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66920" y="6192216"/>
            <a:ext cx="14357985" cy="1625917"/>
            <a:chOff x="0" y="0"/>
            <a:chExt cx="19143980" cy="2167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0800" y="50800"/>
              <a:ext cx="19041111" cy="2065020"/>
            </a:xfrm>
            <a:custGeom>
              <a:avLst/>
              <a:gdLst/>
              <a:ahLst/>
              <a:cxnLst/>
              <a:rect r="r" b="b" t="t" l="l"/>
              <a:pathLst>
                <a:path h="2065020" w="19041111">
                  <a:moveTo>
                    <a:pt x="0" y="1412240"/>
                  </a:moveTo>
                  <a:cubicBezTo>
                    <a:pt x="0" y="1410970"/>
                    <a:pt x="7620" y="1384300"/>
                    <a:pt x="10160" y="1370330"/>
                  </a:cubicBezTo>
                  <a:cubicBezTo>
                    <a:pt x="13970" y="1356360"/>
                    <a:pt x="20320" y="1329690"/>
                    <a:pt x="20320" y="1328420"/>
                  </a:cubicBezTo>
                  <a:cubicBezTo>
                    <a:pt x="20320" y="1328420"/>
                    <a:pt x="34290" y="1301750"/>
                    <a:pt x="34290" y="1301750"/>
                  </a:cubicBezTo>
                  <a:cubicBezTo>
                    <a:pt x="34290" y="1301750"/>
                    <a:pt x="36830" y="1299210"/>
                    <a:pt x="36830" y="1299210"/>
                  </a:cubicBezTo>
                  <a:cubicBezTo>
                    <a:pt x="36830" y="1299210"/>
                    <a:pt x="38100" y="1294130"/>
                    <a:pt x="40640" y="1290320"/>
                  </a:cubicBezTo>
                  <a:cubicBezTo>
                    <a:pt x="44450" y="1282700"/>
                    <a:pt x="59690" y="1253490"/>
                    <a:pt x="60960" y="1253490"/>
                  </a:cubicBezTo>
                  <a:cubicBezTo>
                    <a:pt x="60960" y="1252220"/>
                    <a:pt x="80010" y="1231900"/>
                    <a:pt x="88900" y="1220470"/>
                  </a:cubicBezTo>
                  <a:cubicBezTo>
                    <a:pt x="97790" y="1210310"/>
                    <a:pt x="116840" y="1188720"/>
                    <a:pt x="116840" y="1188720"/>
                  </a:cubicBezTo>
                  <a:cubicBezTo>
                    <a:pt x="118110" y="1188720"/>
                    <a:pt x="140970" y="1172210"/>
                    <a:pt x="152400" y="1164590"/>
                  </a:cubicBezTo>
                  <a:cubicBezTo>
                    <a:pt x="163830" y="1155700"/>
                    <a:pt x="186690" y="1140460"/>
                    <a:pt x="187960" y="1140460"/>
                  </a:cubicBezTo>
                  <a:cubicBezTo>
                    <a:pt x="187960" y="1139190"/>
                    <a:pt x="214630" y="1130300"/>
                    <a:pt x="227330" y="1125220"/>
                  </a:cubicBezTo>
                  <a:cubicBezTo>
                    <a:pt x="241300" y="1120140"/>
                    <a:pt x="267970" y="1109980"/>
                    <a:pt x="267970" y="1109980"/>
                  </a:cubicBezTo>
                  <a:cubicBezTo>
                    <a:pt x="267970" y="1109980"/>
                    <a:pt x="295910" y="1106170"/>
                    <a:pt x="311150" y="1104900"/>
                  </a:cubicBezTo>
                  <a:cubicBezTo>
                    <a:pt x="325120" y="1102360"/>
                    <a:pt x="353060" y="1098550"/>
                    <a:pt x="353060" y="1098550"/>
                  </a:cubicBezTo>
                  <a:cubicBezTo>
                    <a:pt x="353060" y="1099820"/>
                    <a:pt x="431800" y="1135380"/>
                    <a:pt x="488950" y="1140460"/>
                  </a:cubicBezTo>
                  <a:cubicBezTo>
                    <a:pt x="577850" y="1149350"/>
                    <a:pt x="721360" y="1108710"/>
                    <a:pt x="842010" y="1097280"/>
                  </a:cubicBezTo>
                  <a:cubicBezTo>
                    <a:pt x="967740" y="1087120"/>
                    <a:pt x="1093470" y="1080770"/>
                    <a:pt x="1228090" y="1078230"/>
                  </a:cubicBezTo>
                  <a:cubicBezTo>
                    <a:pt x="1375410" y="1074420"/>
                    <a:pt x="1545590" y="1078230"/>
                    <a:pt x="1691640" y="1078230"/>
                  </a:cubicBezTo>
                  <a:cubicBezTo>
                    <a:pt x="1822450" y="1078230"/>
                    <a:pt x="1939290" y="1078230"/>
                    <a:pt x="2062480" y="1078230"/>
                  </a:cubicBezTo>
                  <a:cubicBezTo>
                    <a:pt x="2185670" y="1078230"/>
                    <a:pt x="2308860" y="1082040"/>
                    <a:pt x="2432050" y="1078230"/>
                  </a:cubicBezTo>
                  <a:cubicBezTo>
                    <a:pt x="2553970" y="1074420"/>
                    <a:pt x="2677160" y="1066800"/>
                    <a:pt x="2799080" y="1055370"/>
                  </a:cubicBezTo>
                  <a:cubicBezTo>
                    <a:pt x="2919730" y="1045210"/>
                    <a:pt x="3036570" y="1021080"/>
                    <a:pt x="3158490" y="1013460"/>
                  </a:cubicBezTo>
                  <a:cubicBezTo>
                    <a:pt x="3284220" y="1005840"/>
                    <a:pt x="3413760" y="1013460"/>
                    <a:pt x="3539490" y="1013460"/>
                  </a:cubicBezTo>
                  <a:cubicBezTo>
                    <a:pt x="3660140" y="1013460"/>
                    <a:pt x="3776980" y="1007110"/>
                    <a:pt x="3896360" y="1013460"/>
                  </a:cubicBezTo>
                  <a:cubicBezTo>
                    <a:pt x="4019550" y="1021080"/>
                    <a:pt x="4110990" y="1047750"/>
                    <a:pt x="4267200" y="1056640"/>
                  </a:cubicBezTo>
                  <a:cubicBezTo>
                    <a:pt x="4536440" y="1071880"/>
                    <a:pt x="5100320" y="1056640"/>
                    <a:pt x="5368290" y="1056640"/>
                  </a:cubicBezTo>
                  <a:cubicBezTo>
                    <a:pt x="5523230" y="1056640"/>
                    <a:pt x="5609590" y="1056640"/>
                    <a:pt x="5732780" y="1056640"/>
                  </a:cubicBezTo>
                  <a:cubicBezTo>
                    <a:pt x="5858510" y="1056640"/>
                    <a:pt x="5988050" y="1056640"/>
                    <a:pt x="6113780" y="1056640"/>
                  </a:cubicBezTo>
                  <a:cubicBezTo>
                    <a:pt x="6235700" y="1056640"/>
                    <a:pt x="6355080" y="1042670"/>
                    <a:pt x="6475730" y="1057910"/>
                  </a:cubicBezTo>
                  <a:cubicBezTo>
                    <a:pt x="6601460" y="1073150"/>
                    <a:pt x="6733540" y="1109980"/>
                    <a:pt x="6855460" y="1150620"/>
                  </a:cubicBezTo>
                  <a:cubicBezTo>
                    <a:pt x="6974840" y="1188720"/>
                    <a:pt x="7081520" y="1268730"/>
                    <a:pt x="7200900" y="1291590"/>
                  </a:cubicBezTo>
                  <a:cubicBezTo>
                    <a:pt x="7320280" y="1315720"/>
                    <a:pt x="7447280" y="1297940"/>
                    <a:pt x="7569200" y="1291590"/>
                  </a:cubicBezTo>
                  <a:cubicBezTo>
                    <a:pt x="7692390" y="1286510"/>
                    <a:pt x="7809230" y="1277620"/>
                    <a:pt x="7934960" y="1257300"/>
                  </a:cubicBezTo>
                  <a:cubicBezTo>
                    <a:pt x="8072120" y="1234440"/>
                    <a:pt x="8218170" y="1183640"/>
                    <a:pt x="8360410" y="1153160"/>
                  </a:cubicBezTo>
                  <a:cubicBezTo>
                    <a:pt x="8500110" y="1123950"/>
                    <a:pt x="8643620" y="1089660"/>
                    <a:pt x="8778240" y="1078230"/>
                  </a:cubicBezTo>
                  <a:cubicBezTo>
                    <a:pt x="8902700" y="1066800"/>
                    <a:pt x="9127490" y="1066800"/>
                    <a:pt x="9140190" y="1078230"/>
                  </a:cubicBezTo>
                  <a:cubicBezTo>
                    <a:pt x="9141460" y="1079500"/>
                    <a:pt x="9138920" y="1080770"/>
                    <a:pt x="9140190" y="1082040"/>
                  </a:cubicBezTo>
                  <a:cubicBezTo>
                    <a:pt x="9142730" y="1084580"/>
                    <a:pt x="9171940" y="1078230"/>
                    <a:pt x="9171940" y="1078230"/>
                  </a:cubicBezTo>
                  <a:cubicBezTo>
                    <a:pt x="9171940" y="1078230"/>
                    <a:pt x="9174480" y="1078230"/>
                    <a:pt x="9175750" y="1078230"/>
                  </a:cubicBezTo>
                  <a:cubicBezTo>
                    <a:pt x="9175750" y="1078230"/>
                    <a:pt x="9380220" y="1069340"/>
                    <a:pt x="9488170" y="1078230"/>
                  </a:cubicBezTo>
                  <a:cubicBezTo>
                    <a:pt x="9603740" y="1089660"/>
                    <a:pt x="9726930" y="1130300"/>
                    <a:pt x="9846310" y="1144270"/>
                  </a:cubicBezTo>
                  <a:cubicBezTo>
                    <a:pt x="9965690" y="1158240"/>
                    <a:pt x="10062210" y="1159510"/>
                    <a:pt x="10203180" y="1163320"/>
                  </a:cubicBezTo>
                  <a:cubicBezTo>
                    <a:pt x="10406380" y="1168400"/>
                    <a:pt x="10744200" y="1163320"/>
                    <a:pt x="10949940" y="1163320"/>
                  </a:cubicBezTo>
                  <a:cubicBezTo>
                    <a:pt x="11093450" y="1163320"/>
                    <a:pt x="11238230" y="1163320"/>
                    <a:pt x="11318240" y="1163320"/>
                  </a:cubicBezTo>
                  <a:cubicBezTo>
                    <a:pt x="11356340" y="1163320"/>
                    <a:pt x="11383010" y="1170940"/>
                    <a:pt x="11403330" y="1163320"/>
                  </a:cubicBezTo>
                  <a:cubicBezTo>
                    <a:pt x="11418570" y="1158240"/>
                    <a:pt x="11435080" y="1136650"/>
                    <a:pt x="11436350" y="1135380"/>
                  </a:cubicBezTo>
                  <a:cubicBezTo>
                    <a:pt x="11436350" y="1135380"/>
                    <a:pt x="11461750" y="1122680"/>
                    <a:pt x="11474450" y="1116330"/>
                  </a:cubicBezTo>
                  <a:cubicBezTo>
                    <a:pt x="11487150" y="1109980"/>
                    <a:pt x="11512550" y="1097280"/>
                    <a:pt x="11512550" y="1097280"/>
                  </a:cubicBezTo>
                  <a:cubicBezTo>
                    <a:pt x="11513820" y="1096010"/>
                    <a:pt x="11635740" y="1099820"/>
                    <a:pt x="11694160" y="1088390"/>
                  </a:cubicBezTo>
                  <a:cubicBezTo>
                    <a:pt x="11752580" y="1076960"/>
                    <a:pt x="11795760" y="1052830"/>
                    <a:pt x="11861800" y="1028700"/>
                  </a:cubicBezTo>
                  <a:cubicBezTo>
                    <a:pt x="11958320" y="994410"/>
                    <a:pt x="12094210" y="935990"/>
                    <a:pt x="12219940" y="899160"/>
                  </a:cubicBezTo>
                  <a:cubicBezTo>
                    <a:pt x="12352020" y="861060"/>
                    <a:pt x="12491720" y="826770"/>
                    <a:pt x="12633960" y="806450"/>
                  </a:cubicBezTo>
                  <a:cubicBezTo>
                    <a:pt x="12780010" y="786130"/>
                    <a:pt x="12900660" y="783590"/>
                    <a:pt x="13084811" y="778510"/>
                  </a:cubicBezTo>
                  <a:cubicBezTo>
                    <a:pt x="13376911" y="768350"/>
                    <a:pt x="13933170" y="778510"/>
                    <a:pt x="14218920" y="778510"/>
                  </a:cubicBezTo>
                  <a:cubicBezTo>
                    <a:pt x="14392911" y="778510"/>
                    <a:pt x="14499589" y="778510"/>
                    <a:pt x="14638020" y="778510"/>
                  </a:cubicBezTo>
                  <a:cubicBezTo>
                    <a:pt x="14776450" y="778510"/>
                    <a:pt x="14914880" y="778510"/>
                    <a:pt x="15049500" y="778510"/>
                  </a:cubicBezTo>
                  <a:cubicBezTo>
                    <a:pt x="15181580" y="778510"/>
                    <a:pt x="15314930" y="778510"/>
                    <a:pt x="15439389" y="778510"/>
                  </a:cubicBezTo>
                  <a:cubicBezTo>
                    <a:pt x="15553689" y="778510"/>
                    <a:pt x="15680689" y="787400"/>
                    <a:pt x="15767050" y="777240"/>
                  </a:cubicBezTo>
                  <a:cubicBezTo>
                    <a:pt x="15825470" y="772160"/>
                    <a:pt x="15841980" y="764540"/>
                    <a:pt x="15909289" y="746760"/>
                  </a:cubicBezTo>
                  <a:cubicBezTo>
                    <a:pt x="16079470" y="703580"/>
                    <a:pt x="16532861" y="574040"/>
                    <a:pt x="16804639" y="491490"/>
                  </a:cubicBezTo>
                  <a:cubicBezTo>
                    <a:pt x="17033239" y="420370"/>
                    <a:pt x="17244061" y="342900"/>
                    <a:pt x="17437100" y="285750"/>
                  </a:cubicBezTo>
                  <a:cubicBezTo>
                    <a:pt x="17595850" y="238760"/>
                    <a:pt x="17736820" y="208280"/>
                    <a:pt x="17876520" y="167640"/>
                  </a:cubicBezTo>
                  <a:cubicBezTo>
                    <a:pt x="18003520" y="129540"/>
                    <a:pt x="18149570" y="76200"/>
                    <a:pt x="18238470" y="46990"/>
                  </a:cubicBezTo>
                  <a:cubicBezTo>
                    <a:pt x="18290539" y="30480"/>
                    <a:pt x="18361661" y="8890"/>
                    <a:pt x="18362930" y="8890"/>
                  </a:cubicBezTo>
                  <a:cubicBezTo>
                    <a:pt x="18362930" y="8890"/>
                    <a:pt x="18390870" y="5080"/>
                    <a:pt x="18404839" y="3810"/>
                  </a:cubicBezTo>
                  <a:cubicBezTo>
                    <a:pt x="18418811" y="2540"/>
                    <a:pt x="18446750" y="0"/>
                    <a:pt x="18448020" y="0"/>
                  </a:cubicBezTo>
                  <a:cubicBezTo>
                    <a:pt x="18448020" y="0"/>
                    <a:pt x="18475961" y="3810"/>
                    <a:pt x="18489930" y="5080"/>
                  </a:cubicBezTo>
                  <a:cubicBezTo>
                    <a:pt x="18503900" y="7620"/>
                    <a:pt x="18531839" y="10160"/>
                    <a:pt x="18533111" y="11430"/>
                  </a:cubicBezTo>
                  <a:cubicBezTo>
                    <a:pt x="18533111" y="11430"/>
                    <a:pt x="18559780" y="21590"/>
                    <a:pt x="18572480" y="26670"/>
                  </a:cubicBezTo>
                  <a:cubicBezTo>
                    <a:pt x="18586450" y="31750"/>
                    <a:pt x="18611850" y="41910"/>
                    <a:pt x="18611850" y="41910"/>
                  </a:cubicBezTo>
                  <a:cubicBezTo>
                    <a:pt x="18613120" y="41910"/>
                    <a:pt x="18613120" y="41910"/>
                    <a:pt x="18613120" y="41910"/>
                  </a:cubicBezTo>
                  <a:cubicBezTo>
                    <a:pt x="18613120" y="43180"/>
                    <a:pt x="18635980" y="58420"/>
                    <a:pt x="18647411" y="67310"/>
                  </a:cubicBezTo>
                  <a:cubicBezTo>
                    <a:pt x="18658839" y="74930"/>
                    <a:pt x="18681700" y="91440"/>
                    <a:pt x="18682970" y="91440"/>
                  </a:cubicBezTo>
                  <a:cubicBezTo>
                    <a:pt x="18682970" y="92710"/>
                    <a:pt x="18700750" y="114300"/>
                    <a:pt x="18710911" y="124460"/>
                  </a:cubicBezTo>
                  <a:cubicBezTo>
                    <a:pt x="18719800" y="135890"/>
                    <a:pt x="18737580" y="156210"/>
                    <a:pt x="18738850" y="157480"/>
                  </a:cubicBezTo>
                  <a:cubicBezTo>
                    <a:pt x="18738850" y="157480"/>
                    <a:pt x="18751550" y="182880"/>
                    <a:pt x="18757900" y="195580"/>
                  </a:cubicBezTo>
                  <a:cubicBezTo>
                    <a:pt x="18764250" y="208280"/>
                    <a:pt x="18776950" y="232410"/>
                    <a:pt x="18776950" y="233680"/>
                  </a:cubicBezTo>
                  <a:cubicBezTo>
                    <a:pt x="18776950" y="233680"/>
                    <a:pt x="18783300" y="261620"/>
                    <a:pt x="18787111" y="275590"/>
                  </a:cubicBezTo>
                  <a:cubicBezTo>
                    <a:pt x="18789650" y="289560"/>
                    <a:pt x="18796000" y="316230"/>
                    <a:pt x="18796000" y="317500"/>
                  </a:cubicBezTo>
                  <a:cubicBezTo>
                    <a:pt x="18796000" y="317500"/>
                    <a:pt x="18796000" y="345440"/>
                    <a:pt x="18796000" y="359410"/>
                  </a:cubicBezTo>
                  <a:cubicBezTo>
                    <a:pt x="18796000" y="374650"/>
                    <a:pt x="18796000" y="402590"/>
                    <a:pt x="18794730" y="402590"/>
                  </a:cubicBezTo>
                  <a:cubicBezTo>
                    <a:pt x="18794730" y="403860"/>
                    <a:pt x="18788380" y="430530"/>
                    <a:pt x="18784570" y="444500"/>
                  </a:cubicBezTo>
                  <a:cubicBezTo>
                    <a:pt x="18780761" y="458470"/>
                    <a:pt x="18774411" y="485140"/>
                    <a:pt x="18773139" y="485140"/>
                  </a:cubicBezTo>
                  <a:cubicBezTo>
                    <a:pt x="18773139" y="486410"/>
                    <a:pt x="18760439" y="510540"/>
                    <a:pt x="18752820" y="523240"/>
                  </a:cubicBezTo>
                  <a:cubicBezTo>
                    <a:pt x="18746470" y="535940"/>
                    <a:pt x="18733770" y="560070"/>
                    <a:pt x="18732500" y="561340"/>
                  </a:cubicBezTo>
                  <a:cubicBezTo>
                    <a:pt x="18732500" y="561340"/>
                    <a:pt x="18713450" y="581660"/>
                    <a:pt x="18704561" y="593090"/>
                  </a:cubicBezTo>
                  <a:cubicBezTo>
                    <a:pt x="18694400" y="603250"/>
                    <a:pt x="18675350" y="623570"/>
                    <a:pt x="18675350" y="624840"/>
                  </a:cubicBezTo>
                  <a:cubicBezTo>
                    <a:pt x="18674080" y="624840"/>
                    <a:pt x="18651220" y="640080"/>
                    <a:pt x="18639789" y="647700"/>
                  </a:cubicBezTo>
                  <a:cubicBezTo>
                    <a:pt x="18627089" y="656590"/>
                    <a:pt x="18604230" y="671830"/>
                    <a:pt x="18604230" y="671830"/>
                  </a:cubicBezTo>
                  <a:cubicBezTo>
                    <a:pt x="18602961" y="671830"/>
                    <a:pt x="18577561" y="681990"/>
                    <a:pt x="18563589" y="687070"/>
                  </a:cubicBezTo>
                  <a:cubicBezTo>
                    <a:pt x="18549620" y="692150"/>
                    <a:pt x="18524220" y="701040"/>
                    <a:pt x="18522950" y="701040"/>
                  </a:cubicBezTo>
                  <a:cubicBezTo>
                    <a:pt x="18521680" y="702310"/>
                    <a:pt x="18426430" y="736600"/>
                    <a:pt x="18427700" y="744220"/>
                  </a:cubicBezTo>
                  <a:cubicBezTo>
                    <a:pt x="18430239" y="753110"/>
                    <a:pt x="18554700" y="745490"/>
                    <a:pt x="18555970" y="745490"/>
                  </a:cubicBezTo>
                  <a:cubicBezTo>
                    <a:pt x="18555970" y="745490"/>
                    <a:pt x="18583911" y="739140"/>
                    <a:pt x="18597880" y="735330"/>
                  </a:cubicBezTo>
                  <a:cubicBezTo>
                    <a:pt x="18610580" y="731520"/>
                    <a:pt x="18638520" y="723900"/>
                    <a:pt x="18638520" y="723900"/>
                  </a:cubicBezTo>
                  <a:cubicBezTo>
                    <a:pt x="18639789" y="723900"/>
                    <a:pt x="18667730" y="723900"/>
                    <a:pt x="18681700" y="723900"/>
                  </a:cubicBezTo>
                  <a:cubicBezTo>
                    <a:pt x="18695670" y="723900"/>
                    <a:pt x="18723611" y="723900"/>
                    <a:pt x="18724880" y="723900"/>
                  </a:cubicBezTo>
                  <a:cubicBezTo>
                    <a:pt x="18724880" y="723900"/>
                    <a:pt x="18752820" y="730250"/>
                    <a:pt x="18766789" y="732790"/>
                  </a:cubicBezTo>
                  <a:cubicBezTo>
                    <a:pt x="18780761" y="736600"/>
                    <a:pt x="18807430" y="742950"/>
                    <a:pt x="18807430" y="742950"/>
                  </a:cubicBezTo>
                  <a:cubicBezTo>
                    <a:pt x="18808700" y="742950"/>
                    <a:pt x="18834100" y="755650"/>
                    <a:pt x="18846800" y="762000"/>
                  </a:cubicBezTo>
                  <a:cubicBezTo>
                    <a:pt x="18859500" y="768350"/>
                    <a:pt x="18883630" y="781050"/>
                    <a:pt x="18884900" y="782320"/>
                  </a:cubicBezTo>
                  <a:cubicBezTo>
                    <a:pt x="18884900" y="782320"/>
                    <a:pt x="18906489" y="800100"/>
                    <a:pt x="18916650" y="810260"/>
                  </a:cubicBezTo>
                  <a:cubicBezTo>
                    <a:pt x="18928080" y="819150"/>
                    <a:pt x="18948400" y="836930"/>
                    <a:pt x="18949670" y="838200"/>
                  </a:cubicBezTo>
                  <a:cubicBezTo>
                    <a:pt x="18949670" y="838200"/>
                    <a:pt x="18966180" y="861060"/>
                    <a:pt x="18973800" y="872490"/>
                  </a:cubicBezTo>
                  <a:cubicBezTo>
                    <a:pt x="18982689" y="883920"/>
                    <a:pt x="18997930" y="906780"/>
                    <a:pt x="18999200" y="908050"/>
                  </a:cubicBezTo>
                  <a:cubicBezTo>
                    <a:pt x="18999200" y="908050"/>
                    <a:pt x="19009361" y="934720"/>
                    <a:pt x="19014439" y="947420"/>
                  </a:cubicBezTo>
                  <a:cubicBezTo>
                    <a:pt x="19019520" y="961390"/>
                    <a:pt x="19029680" y="986790"/>
                    <a:pt x="19029680" y="988060"/>
                  </a:cubicBezTo>
                  <a:cubicBezTo>
                    <a:pt x="19029680" y="988060"/>
                    <a:pt x="19033489" y="1016000"/>
                    <a:pt x="19036030" y="1029970"/>
                  </a:cubicBezTo>
                  <a:cubicBezTo>
                    <a:pt x="19037300" y="1043940"/>
                    <a:pt x="19041111" y="1071880"/>
                    <a:pt x="19041111" y="1073150"/>
                  </a:cubicBezTo>
                  <a:cubicBezTo>
                    <a:pt x="19041111" y="1073150"/>
                    <a:pt x="19038570" y="1101090"/>
                    <a:pt x="19037300" y="1115060"/>
                  </a:cubicBezTo>
                  <a:cubicBezTo>
                    <a:pt x="19034761" y="1129030"/>
                    <a:pt x="19032220" y="1156970"/>
                    <a:pt x="19032220" y="1158240"/>
                  </a:cubicBezTo>
                  <a:cubicBezTo>
                    <a:pt x="19032220" y="1158240"/>
                    <a:pt x="19022061" y="1184910"/>
                    <a:pt x="19016980" y="1197610"/>
                  </a:cubicBezTo>
                  <a:cubicBezTo>
                    <a:pt x="19013170" y="1211580"/>
                    <a:pt x="19003011" y="1238250"/>
                    <a:pt x="19003011" y="1238250"/>
                  </a:cubicBezTo>
                  <a:cubicBezTo>
                    <a:pt x="19003011" y="1238250"/>
                    <a:pt x="18986500" y="1262380"/>
                    <a:pt x="18978880" y="1273810"/>
                  </a:cubicBezTo>
                  <a:cubicBezTo>
                    <a:pt x="18971261" y="1285240"/>
                    <a:pt x="18954750" y="1309370"/>
                    <a:pt x="18954750" y="1309370"/>
                  </a:cubicBezTo>
                  <a:cubicBezTo>
                    <a:pt x="18954750" y="1309370"/>
                    <a:pt x="18933161" y="1328420"/>
                    <a:pt x="18923000" y="1338580"/>
                  </a:cubicBezTo>
                  <a:cubicBezTo>
                    <a:pt x="18912839" y="1347470"/>
                    <a:pt x="18892520" y="1366520"/>
                    <a:pt x="18891250" y="1366520"/>
                  </a:cubicBezTo>
                  <a:cubicBezTo>
                    <a:pt x="18891250" y="1367790"/>
                    <a:pt x="18865850" y="1380490"/>
                    <a:pt x="18853150" y="1386840"/>
                  </a:cubicBezTo>
                  <a:cubicBezTo>
                    <a:pt x="18841720" y="1394460"/>
                    <a:pt x="18831561" y="1399540"/>
                    <a:pt x="18816320" y="1407160"/>
                  </a:cubicBezTo>
                  <a:cubicBezTo>
                    <a:pt x="18789650" y="1421130"/>
                    <a:pt x="18754089" y="1440180"/>
                    <a:pt x="18707100" y="1456690"/>
                  </a:cubicBezTo>
                  <a:cubicBezTo>
                    <a:pt x="18622011" y="1487170"/>
                    <a:pt x="18395950" y="1539240"/>
                    <a:pt x="18343880" y="1551940"/>
                  </a:cubicBezTo>
                  <a:cubicBezTo>
                    <a:pt x="18328639" y="1554480"/>
                    <a:pt x="18317211" y="1555750"/>
                    <a:pt x="18315939" y="1558290"/>
                  </a:cubicBezTo>
                  <a:cubicBezTo>
                    <a:pt x="18315939" y="1559560"/>
                    <a:pt x="18301970" y="1583690"/>
                    <a:pt x="18295620" y="1596390"/>
                  </a:cubicBezTo>
                  <a:cubicBezTo>
                    <a:pt x="18289270" y="1609090"/>
                    <a:pt x="18276570" y="1634490"/>
                    <a:pt x="18276570" y="1634490"/>
                  </a:cubicBezTo>
                  <a:cubicBezTo>
                    <a:pt x="18275300" y="1635760"/>
                    <a:pt x="18257520" y="1656080"/>
                    <a:pt x="18247361" y="1666240"/>
                  </a:cubicBezTo>
                  <a:cubicBezTo>
                    <a:pt x="18238470" y="1677670"/>
                    <a:pt x="18219420" y="1697990"/>
                    <a:pt x="18219420" y="1699260"/>
                  </a:cubicBezTo>
                  <a:cubicBezTo>
                    <a:pt x="18219420" y="1699260"/>
                    <a:pt x="18195289" y="1715770"/>
                    <a:pt x="18183861" y="1723390"/>
                  </a:cubicBezTo>
                  <a:cubicBezTo>
                    <a:pt x="18172430" y="1731010"/>
                    <a:pt x="18149570" y="1747520"/>
                    <a:pt x="18148300" y="1747520"/>
                  </a:cubicBezTo>
                  <a:cubicBezTo>
                    <a:pt x="18148300" y="1747520"/>
                    <a:pt x="18121630" y="1757680"/>
                    <a:pt x="18108930" y="1762760"/>
                  </a:cubicBezTo>
                  <a:cubicBezTo>
                    <a:pt x="18094961" y="1767840"/>
                    <a:pt x="18069561" y="1778000"/>
                    <a:pt x="18068289" y="1778000"/>
                  </a:cubicBezTo>
                  <a:cubicBezTo>
                    <a:pt x="18068289" y="1778000"/>
                    <a:pt x="18040350" y="1781810"/>
                    <a:pt x="18026380" y="1783080"/>
                  </a:cubicBezTo>
                  <a:cubicBezTo>
                    <a:pt x="18012411" y="1785620"/>
                    <a:pt x="17984470" y="1789430"/>
                    <a:pt x="17983200" y="1789430"/>
                  </a:cubicBezTo>
                  <a:cubicBezTo>
                    <a:pt x="17983200" y="1789430"/>
                    <a:pt x="17730470" y="1805940"/>
                    <a:pt x="17581880" y="1819910"/>
                  </a:cubicBezTo>
                  <a:cubicBezTo>
                    <a:pt x="17397730" y="1838960"/>
                    <a:pt x="17146270" y="1871980"/>
                    <a:pt x="16964661" y="1893570"/>
                  </a:cubicBezTo>
                  <a:cubicBezTo>
                    <a:pt x="16819880" y="1910080"/>
                    <a:pt x="16659861" y="1921510"/>
                    <a:pt x="16574770" y="1935480"/>
                  </a:cubicBezTo>
                  <a:cubicBezTo>
                    <a:pt x="16532861" y="1941830"/>
                    <a:pt x="16527780" y="1945640"/>
                    <a:pt x="16482061" y="1954530"/>
                  </a:cubicBezTo>
                  <a:cubicBezTo>
                    <a:pt x="16360139" y="1976120"/>
                    <a:pt x="15811500" y="2056130"/>
                    <a:pt x="15810230" y="2056130"/>
                  </a:cubicBezTo>
                  <a:cubicBezTo>
                    <a:pt x="15808961" y="2056130"/>
                    <a:pt x="15782289" y="2058670"/>
                    <a:pt x="15767050" y="2059940"/>
                  </a:cubicBezTo>
                  <a:cubicBezTo>
                    <a:pt x="15753080" y="2062480"/>
                    <a:pt x="15725139" y="2065020"/>
                    <a:pt x="15725139" y="2065020"/>
                  </a:cubicBezTo>
                  <a:cubicBezTo>
                    <a:pt x="15723870" y="2065020"/>
                    <a:pt x="15697200" y="2061210"/>
                    <a:pt x="15681961" y="2059940"/>
                  </a:cubicBezTo>
                  <a:cubicBezTo>
                    <a:pt x="15667989" y="2057400"/>
                    <a:pt x="15640050" y="2054860"/>
                    <a:pt x="15640050" y="2054860"/>
                  </a:cubicBezTo>
                  <a:cubicBezTo>
                    <a:pt x="15640050" y="2053590"/>
                    <a:pt x="15613380" y="2043430"/>
                    <a:pt x="15599411" y="2038350"/>
                  </a:cubicBezTo>
                  <a:cubicBezTo>
                    <a:pt x="15586711" y="2033270"/>
                    <a:pt x="15560039" y="2023110"/>
                    <a:pt x="15560039" y="2023110"/>
                  </a:cubicBezTo>
                  <a:cubicBezTo>
                    <a:pt x="15560039" y="2023110"/>
                    <a:pt x="15537180" y="2006600"/>
                    <a:pt x="15524480" y="1998980"/>
                  </a:cubicBezTo>
                  <a:cubicBezTo>
                    <a:pt x="15513050" y="1990090"/>
                    <a:pt x="15490189" y="1974850"/>
                    <a:pt x="15490189" y="1973580"/>
                  </a:cubicBezTo>
                  <a:cubicBezTo>
                    <a:pt x="15488920" y="1973580"/>
                    <a:pt x="15482570" y="1957070"/>
                    <a:pt x="15471139" y="1953260"/>
                  </a:cubicBezTo>
                  <a:cubicBezTo>
                    <a:pt x="15443200" y="1943100"/>
                    <a:pt x="15361920" y="1969770"/>
                    <a:pt x="15292070" y="1977390"/>
                  </a:cubicBezTo>
                  <a:cubicBezTo>
                    <a:pt x="15193011" y="1987550"/>
                    <a:pt x="15020289" y="1998980"/>
                    <a:pt x="14935200" y="2002790"/>
                  </a:cubicBezTo>
                  <a:cubicBezTo>
                    <a:pt x="14889480" y="2004060"/>
                    <a:pt x="14828520" y="2002790"/>
                    <a:pt x="14827250" y="2002790"/>
                  </a:cubicBezTo>
                  <a:cubicBezTo>
                    <a:pt x="14827250" y="2002790"/>
                    <a:pt x="14799311" y="2000250"/>
                    <a:pt x="14785339" y="1997710"/>
                  </a:cubicBezTo>
                  <a:cubicBezTo>
                    <a:pt x="14771370" y="1996440"/>
                    <a:pt x="14743430" y="1992630"/>
                    <a:pt x="14742161" y="1992630"/>
                  </a:cubicBezTo>
                  <a:cubicBezTo>
                    <a:pt x="14742161" y="1992630"/>
                    <a:pt x="14715489" y="1982470"/>
                    <a:pt x="14702789" y="1977390"/>
                  </a:cubicBezTo>
                  <a:cubicBezTo>
                    <a:pt x="14688820" y="1972310"/>
                    <a:pt x="14663420" y="1963420"/>
                    <a:pt x="14662150" y="1963420"/>
                  </a:cubicBezTo>
                  <a:cubicBezTo>
                    <a:pt x="14662150" y="1962150"/>
                    <a:pt x="14639289" y="1946910"/>
                    <a:pt x="14626589" y="1938020"/>
                  </a:cubicBezTo>
                  <a:cubicBezTo>
                    <a:pt x="14615161" y="1930400"/>
                    <a:pt x="14592300" y="1915160"/>
                    <a:pt x="14592300" y="1913890"/>
                  </a:cubicBezTo>
                  <a:cubicBezTo>
                    <a:pt x="14591030" y="1913890"/>
                    <a:pt x="14573250" y="1893570"/>
                    <a:pt x="14563089" y="1882140"/>
                  </a:cubicBezTo>
                  <a:cubicBezTo>
                    <a:pt x="14554200" y="1871980"/>
                    <a:pt x="14535150" y="1850390"/>
                    <a:pt x="14535150" y="1850390"/>
                  </a:cubicBezTo>
                  <a:cubicBezTo>
                    <a:pt x="14533880" y="1850390"/>
                    <a:pt x="14521180" y="1824990"/>
                    <a:pt x="14514830" y="1812290"/>
                  </a:cubicBezTo>
                  <a:cubicBezTo>
                    <a:pt x="14508480" y="1799590"/>
                    <a:pt x="14494511" y="1775460"/>
                    <a:pt x="14494511" y="1774190"/>
                  </a:cubicBezTo>
                  <a:cubicBezTo>
                    <a:pt x="14494511" y="1774190"/>
                    <a:pt x="14488161" y="1746250"/>
                    <a:pt x="14484350" y="1732280"/>
                  </a:cubicBezTo>
                  <a:cubicBezTo>
                    <a:pt x="14480539" y="1719580"/>
                    <a:pt x="14474189" y="1691640"/>
                    <a:pt x="14474189" y="1691640"/>
                  </a:cubicBezTo>
                  <a:cubicBezTo>
                    <a:pt x="14474189" y="1690370"/>
                    <a:pt x="14474189" y="1662430"/>
                    <a:pt x="14474189" y="1648460"/>
                  </a:cubicBezTo>
                  <a:cubicBezTo>
                    <a:pt x="14474189" y="1634490"/>
                    <a:pt x="14474189" y="1606550"/>
                    <a:pt x="14474189" y="1605280"/>
                  </a:cubicBezTo>
                  <a:cubicBezTo>
                    <a:pt x="14474189" y="1605280"/>
                    <a:pt x="14480539" y="1577340"/>
                    <a:pt x="14484350" y="1563370"/>
                  </a:cubicBezTo>
                  <a:cubicBezTo>
                    <a:pt x="14486889" y="1550670"/>
                    <a:pt x="14493239" y="1522730"/>
                    <a:pt x="14494511" y="1522730"/>
                  </a:cubicBezTo>
                  <a:cubicBezTo>
                    <a:pt x="14494511" y="1521460"/>
                    <a:pt x="14516100" y="1497330"/>
                    <a:pt x="14511020" y="1489710"/>
                  </a:cubicBezTo>
                  <a:cubicBezTo>
                    <a:pt x="14495780" y="1463040"/>
                    <a:pt x="14264639" y="1489710"/>
                    <a:pt x="14152880" y="1489710"/>
                  </a:cubicBezTo>
                  <a:cubicBezTo>
                    <a:pt x="14053820" y="1489710"/>
                    <a:pt x="13884911" y="1466850"/>
                    <a:pt x="13872211" y="1489710"/>
                  </a:cubicBezTo>
                  <a:cubicBezTo>
                    <a:pt x="13867130" y="1497330"/>
                    <a:pt x="13882370" y="1508760"/>
                    <a:pt x="13887450" y="1520190"/>
                  </a:cubicBezTo>
                  <a:cubicBezTo>
                    <a:pt x="13893800" y="1531620"/>
                    <a:pt x="13907770" y="1558290"/>
                    <a:pt x="13907770" y="1558290"/>
                  </a:cubicBezTo>
                  <a:cubicBezTo>
                    <a:pt x="13907770" y="1558290"/>
                    <a:pt x="13914120" y="1586230"/>
                    <a:pt x="13916661" y="1600200"/>
                  </a:cubicBezTo>
                  <a:cubicBezTo>
                    <a:pt x="13920470" y="1614170"/>
                    <a:pt x="13926820" y="1640840"/>
                    <a:pt x="13926820" y="1642110"/>
                  </a:cubicBezTo>
                  <a:cubicBezTo>
                    <a:pt x="13926820" y="1642110"/>
                    <a:pt x="13926820" y="1670050"/>
                    <a:pt x="13926820" y="1684020"/>
                  </a:cubicBezTo>
                  <a:cubicBezTo>
                    <a:pt x="13926820" y="1699260"/>
                    <a:pt x="13926820" y="1727200"/>
                    <a:pt x="13926820" y="1727200"/>
                  </a:cubicBezTo>
                  <a:cubicBezTo>
                    <a:pt x="13926820" y="1728470"/>
                    <a:pt x="13919200" y="1755140"/>
                    <a:pt x="13915389" y="1769110"/>
                  </a:cubicBezTo>
                  <a:cubicBezTo>
                    <a:pt x="13911580" y="1783080"/>
                    <a:pt x="13905230" y="1809750"/>
                    <a:pt x="13905230" y="1811020"/>
                  </a:cubicBezTo>
                  <a:cubicBezTo>
                    <a:pt x="13905230" y="1811020"/>
                    <a:pt x="13891261" y="1835150"/>
                    <a:pt x="13884911" y="1847850"/>
                  </a:cubicBezTo>
                  <a:cubicBezTo>
                    <a:pt x="13878561" y="1860550"/>
                    <a:pt x="13864589" y="1885950"/>
                    <a:pt x="13864589" y="1885950"/>
                  </a:cubicBezTo>
                  <a:cubicBezTo>
                    <a:pt x="13864589" y="1885950"/>
                    <a:pt x="13845539" y="1907540"/>
                    <a:pt x="13835380" y="1917700"/>
                  </a:cubicBezTo>
                  <a:cubicBezTo>
                    <a:pt x="13826489" y="1927860"/>
                    <a:pt x="13807439" y="1949450"/>
                    <a:pt x="13807439" y="1949450"/>
                  </a:cubicBezTo>
                  <a:cubicBezTo>
                    <a:pt x="13806170" y="1949450"/>
                    <a:pt x="13783311" y="1965960"/>
                    <a:pt x="13771880" y="1973580"/>
                  </a:cubicBezTo>
                  <a:cubicBezTo>
                    <a:pt x="13759180" y="1981200"/>
                    <a:pt x="13736320" y="1997710"/>
                    <a:pt x="13736320" y="1997710"/>
                  </a:cubicBezTo>
                  <a:cubicBezTo>
                    <a:pt x="13735050" y="1997710"/>
                    <a:pt x="13709650" y="2007870"/>
                    <a:pt x="13695680" y="2012950"/>
                  </a:cubicBezTo>
                  <a:cubicBezTo>
                    <a:pt x="13682980" y="2016760"/>
                    <a:pt x="13656311" y="2026920"/>
                    <a:pt x="13655039" y="2026920"/>
                  </a:cubicBezTo>
                  <a:cubicBezTo>
                    <a:pt x="13655039" y="2026920"/>
                    <a:pt x="13627100" y="2030730"/>
                    <a:pt x="13613130" y="2032000"/>
                  </a:cubicBezTo>
                  <a:cubicBezTo>
                    <a:pt x="13599161" y="2033270"/>
                    <a:pt x="13571220" y="2037080"/>
                    <a:pt x="13569950" y="2037080"/>
                  </a:cubicBezTo>
                  <a:cubicBezTo>
                    <a:pt x="13568680" y="2037080"/>
                    <a:pt x="13335000" y="2048510"/>
                    <a:pt x="13213080" y="2045970"/>
                  </a:cubicBezTo>
                  <a:cubicBezTo>
                    <a:pt x="13084811" y="2042160"/>
                    <a:pt x="12951460" y="2037080"/>
                    <a:pt x="12820650" y="2015490"/>
                  </a:cubicBezTo>
                  <a:cubicBezTo>
                    <a:pt x="12684760" y="1993900"/>
                    <a:pt x="12543790" y="1936750"/>
                    <a:pt x="12410440" y="1917700"/>
                  </a:cubicBezTo>
                  <a:cubicBezTo>
                    <a:pt x="12284710" y="1898650"/>
                    <a:pt x="12158980" y="1921510"/>
                    <a:pt x="12042140" y="1896110"/>
                  </a:cubicBezTo>
                  <a:cubicBezTo>
                    <a:pt x="11929110" y="1871980"/>
                    <a:pt x="11751310" y="1775460"/>
                    <a:pt x="11720830" y="1774190"/>
                  </a:cubicBezTo>
                  <a:cubicBezTo>
                    <a:pt x="11715750" y="1772920"/>
                    <a:pt x="11715750" y="1774190"/>
                    <a:pt x="11711940" y="1775460"/>
                  </a:cubicBezTo>
                  <a:cubicBezTo>
                    <a:pt x="11703050" y="1778000"/>
                    <a:pt x="11671300" y="1785620"/>
                    <a:pt x="11670030" y="1785620"/>
                  </a:cubicBezTo>
                  <a:cubicBezTo>
                    <a:pt x="11670030" y="1785620"/>
                    <a:pt x="11648440" y="1781810"/>
                    <a:pt x="11628120" y="1784350"/>
                  </a:cubicBezTo>
                  <a:cubicBezTo>
                    <a:pt x="11574780" y="1791970"/>
                    <a:pt x="11446510" y="1859280"/>
                    <a:pt x="11344910" y="1874520"/>
                  </a:cubicBezTo>
                  <a:cubicBezTo>
                    <a:pt x="11229340" y="1892300"/>
                    <a:pt x="11117580" y="1874520"/>
                    <a:pt x="10971530" y="1874520"/>
                  </a:cubicBezTo>
                  <a:cubicBezTo>
                    <a:pt x="10760710" y="1874520"/>
                    <a:pt x="10422890" y="1879600"/>
                    <a:pt x="10203180" y="1874520"/>
                  </a:cubicBezTo>
                  <a:cubicBezTo>
                    <a:pt x="10036810" y="1870710"/>
                    <a:pt x="9907270" y="1875790"/>
                    <a:pt x="9765030" y="1854200"/>
                  </a:cubicBezTo>
                  <a:cubicBezTo>
                    <a:pt x="9626600" y="1833880"/>
                    <a:pt x="9471660" y="1755140"/>
                    <a:pt x="9362440" y="1752600"/>
                  </a:cubicBezTo>
                  <a:cubicBezTo>
                    <a:pt x="9288780" y="1750060"/>
                    <a:pt x="9178290" y="1784350"/>
                    <a:pt x="9175750" y="1788160"/>
                  </a:cubicBezTo>
                  <a:cubicBezTo>
                    <a:pt x="9174480" y="1788160"/>
                    <a:pt x="9175750" y="1789430"/>
                    <a:pt x="9175750" y="1789430"/>
                  </a:cubicBezTo>
                  <a:cubicBezTo>
                    <a:pt x="9175750" y="1789430"/>
                    <a:pt x="9174480" y="1788160"/>
                    <a:pt x="9173210" y="1788160"/>
                  </a:cubicBezTo>
                  <a:cubicBezTo>
                    <a:pt x="9173210" y="1788160"/>
                    <a:pt x="9171940" y="1789430"/>
                    <a:pt x="9171940" y="1789430"/>
                  </a:cubicBezTo>
                  <a:cubicBezTo>
                    <a:pt x="9171940" y="1789430"/>
                    <a:pt x="9142730" y="1783080"/>
                    <a:pt x="9140190" y="1785620"/>
                  </a:cubicBezTo>
                  <a:cubicBezTo>
                    <a:pt x="9138920" y="1785620"/>
                    <a:pt x="9141460" y="1788160"/>
                    <a:pt x="9140190" y="1789430"/>
                  </a:cubicBezTo>
                  <a:cubicBezTo>
                    <a:pt x="9127490" y="1800860"/>
                    <a:pt x="8900160" y="1776730"/>
                    <a:pt x="8779510" y="1789430"/>
                  </a:cubicBezTo>
                  <a:cubicBezTo>
                    <a:pt x="8656320" y="1800860"/>
                    <a:pt x="8531860" y="1835150"/>
                    <a:pt x="8411210" y="1861820"/>
                  </a:cubicBezTo>
                  <a:cubicBezTo>
                    <a:pt x="8291830" y="1888490"/>
                    <a:pt x="8176260" y="1925320"/>
                    <a:pt x="8056880" y="1949450"/>
                  </a:cubicBezTo>
                  <a:cubicBezTo>
                    <a:pt x="7934960" y="1972310"/>
                    <a:pt x="7809230" y="1993900"/>
                    <a:pt x="7684770" y="2002790"/>
                  </a:cubicBezTo>
                  <a:cubicBezTo>
                    <a:pt x="7560310" y="2011680"/>
                    <a:pt x="7433310" y="2010410"/>
                    <a:pt x="7310120" y="2002790"/>
                  </a:cubicBezTo>
                  <a:cubicBezTo>
                    <a:pt x="7189470" y="1995170"/>
                    <a:pt x="7066280" y="1993900"/>
                    <a:pt x="6950710" y="1958340"/>
                  </a:cubicBezTo>
                  <a:cubicBezTo>
                    <a:pt x="6831330" y="1921510"/>
                    <a:pt x="6725920" y="1811020"/>
                    <a:pt x="6605270" y="1780540"/>
                  </a:cubicBezTo>
                  <a:cubicBezTo>
                    <a:pt x="6488430" y="1750060"/>
                    <a:pt x="6361430" y="1769110"/>
                    <a:pt x="6239510" y="1767840"/>
                  </a:cubicBezTo>
                  <a:cubicBezTo>
                    <a:pt x="6117590" y="1765300"/>
                    <a:pt x="5995670" y="1767840"/>
                    <a:pt x="5875020" y="1767840"/>
                  </a:cubicBezTo>
                  <a:cubicBezTo>
                    <a:pt x="5755640" y="1767840"/>
                    <a:pt x="5670550" y="1767840"/>
                    <a:pt x="5518150" y="1767840"/>
                  </a:cubicBezTo>
                  <a:cubicBezTo>
                    <a:pt x="5248910" y="1767840"/>
                    <a:pt x="4683760" y="1818640"/>
                    <a:pt x="4396740" y="1767840"/>
                  </a:cubicBezTo>
                  <a:cubicBezTo>
                    <a:pt x="4208780" y="1733550"/>
                    <a:pt x="4085590" y="1600200"/>
                    <a:pt x="3945890" y="1598930"/>
                  </a:cubicBezTo>
                  <a:cubicBezTo>
                    <a:pt x="3823970" y="1598930"/>
                    <a:pt x="3722370" y="1703070"/>
                    <a:pt x="3602990" y="1724660"/>
                  </a:cubicBezTo>
                  <a:cubicBezTo>
                    <a:pt x="3481070" y="1746250"/>
                    <a:pt x="3347720" y="1718310"/>
                    <a:pt x="3219450" y="1724660"/>
                  </a:cubicBezTo>
                  <a:cubicBezTo>
                    <a:pt x="3092450" y="1731010"/>
                    <a:pt x="2965450" y="1753870"/>
                    <a:pt x="2838450" y="1764030"/>
                  </a:cubicBezTo>
                  <a:cubicBezTo>
                    <a:pt x="2712720" y="1775460"/>
                    <a:pt x="2589530" y="1784350"/>
                    <a:pt x="2461260" y="1789430"/>
                  </a:cubicBezTo>
                  <a:cubicBezTo>
                    <a:pt x="2330450" y="1793240"/>
                    <a:pt x="2193290" y="1789430"/>
                    <a:pt x="2062480" y="1789430"/>
                  </a:cubicBezTo>
                  <a:cubicBezTo>
                    <a:pt x="1936750" y="1789430"/>
                    <a:pt x="1822450" y="1789430"/>
                    <a:pt x="1691640" y="1789430"/>
                  </a:cubicBezTo>
                  <a:cubicBezTo>
                    <a:pt x="1545590" y="1789430"/>
                    <a:pt x="1374140" y="1785620"/>
                    <a:pt x="1229360" y="1789430"/>
                  </a:cubicBezTo>
                  <a:cubicBezTo>
                    <a:pt x="1097280" y="1791970"/>
                    <a:pt x="980440" y="1798320"/>
                    <a:pt x="855980" y="1808480"/>
                  </a:cubicBezTo>
                  <a:cubicBezTo>
                    <a:pt x="730250" y="1818640"/>
                    <a:pt x="570230" y="1861820"/>
                    <a:pt x="480060" y="1851660"/>
                  </a:cubicBezTo>
                  <a:cubicBezTo>
                    <a:pt x="425450" y="1846580"/>
                    <a:pt x="384810" y="1817370"/>
                    <a:pt x="353060" y="1809750"/>
                  </a:cubicBezTo>
                  <a:cubicBezTo>
                    <a:pt x="335280" y="1805940"/>
                    <a:pt x="325120" y="1807210"/>
                    <a:pt x="311150" y="1804670"/>
                  </a:cubicBezTo>
                  <a:cubicBezTo>
                    <a:pt x="297180" y="1803400"/>
                    <a:pt x="269240" y="1800860"/>
                    <a:pt x="267970" y="1799590"/>
                  </a:cubicBezTo>
                  <a:cubicBezTo>
                    <a:pt x="267970" y="1799590"/>
                    <a:pt x="241300" y="1789430"/>
                    <a:pt x="228600" y="1784350"/>
                  </a:cubicBezTo>
                  <a:cubicBezTo>
                    <a:pt x="214630" y="1779270"/>
                    <a:pt x="189230" y="1770380"/>
                    <a:pt x="187960" y="1770380"/>
                  </a:cubicBezTo>
                  <a:cubicBezTo>
                    <a:pt x="187960" y="1769110"/>
                    <a:pt x="165100" y="1753870"/>
                    <a:pt x="152400" y="1744980"/>
                  </a:cubicBezTo>
                  <a:cubicBezTo>
                    <a:pt x="140970" y="1737360"/>
                    <a:pt x="118110" y="1722120"/>
                    <a:pt x="118110" y="1720850"/>
                  </a:cubicBezTo>
                  <a:cubicBezTo>
                    <a:pt x="116840" y="1720850"/>
                    <a:pt x="99060" y="1699260"/>
                    <a:pt x="88900" y="1689100"/>
                  </a:cubicBezTo>
                  <a:cubicBezTo>
                    <a:pt x="80010" y="1678940"/>
                    <a:pt x="60960" y="1657350"/>
                    <a:pt x="60960" y="1657350"/>
                  </a:cubicBezTo>
                  <a:cubicBezTo>
                    <a:pt x="60960" y="1656080"/>
                    <a:pt x="46990" y="1631950"/>
                    <a:pt x="40640" y="1619250"/>
                  </a:cubicBezTo>
                  <a:cubicBezTo>
                    <a:pt x="34290" y="1606550"/>
                    <a:pt x="21590" y="1581150"/>
                    <a:pt x="20320" y="1581150"/>
                  </a:cubicBezTo>
                  <a:cubicBezTo>
                    <a:pt x="20320" y="1581150"/>
                    <a:pt x="13970" y="1553210"/>
                    <a:pt x="10160" y="1539240"/>
                  </a:cubicBezTo>
                  <a:cubicBezTo>
                    <a:pt x="7620" y="1525270"/>
                    <a:pt x="0" y="1498600"/>
                    <a:pt x="0" y="1497330"/>
                  </a:cubicBezTo>
                  <a:cubicBezTo>
                    <a:pt x="0" y="1497330"/>
                    <a:pt x="0" y="1469390"/>
                    <a:pt x="0" y="1455420"/>
                  </a:cubicBezTo>
                  <a:cubicBezTo>
                    <a:pt x="0" y="1440180"/>
                    <a:pt x="0" y="1412240"/>
                    <a:pt x="0" y="1412240"/>
                  </a:cubicBezTo>
                  <a:moveTo>
                    <a:pt x="33020" y="1301750"/>
                  </a:moveTo>
                  <a:cubicBezTo>
                    <a:pt x="36830" y="1299210"/>
                    <a:pt x="35560" y="1301750"/>
                    <a:pt x="34290" y="1301750"/>
                  </a:cubicBezTo>
                  <a:cubicBezTo>
                    <a:pt x="34290" y="1303020"/>
                    <a:pt x="33020" y="1301750"/>
                    <a:pt x="33020" y="130175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01310" y="4607256"/>
            <a:ext cx="13000672" cy="754380"/>
            <a:chOff x="0" y="0"/>
            <a:chExt cx="1733423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800" y="43180"/>
              <a:ext cx="17349470" cy="918210"/>
            </a:xfrm>
            <a:custGeom>
              <a:avLst/>
              <a:gdLst/>
              <a:ahLst/>
              <a:cxnLst/>
              <a:rect r="r" b="b" t="t" l="l"/>
              <a:pathLst>
                <a:path h="918210" w="17349470">
                  <a:moveTo>
                    <a:pt x="0" y="191770"/>
                  </a:moveTo>
                  <a:cubicBezTo>
                    <a:pt x="664210" y="40640"/>
                    <a:pt x="770890" y="67310"/>
                    <a:pt x="891540" y="81280"/>
                  </a:cubicBezTo>
                  <a:cubicBezTo>
                    <a:pt x="1014730" y="95250"/>
                    <a:pt x="1141730" y="124460"/>
                    <a:pt x="1268730" y="137160"/>
                  </a:cubicBezTo>
                  <a:cubicBezTo>
                    <a:pt x="1395730" y="149860"/>
                    <a:pt x="1526540" y="153670"/>
                    <a:pt x="1653540" y="157480"/>
                  </a:cubicBezTo>
                  <a:cubicBezTo>
                    <a:pt x="1779270" y="160020"/>
                    <a:pt x="1901190" y="163830"/>
                    <a:pt x="2024380" y="157480"/>
                  </a:cubicBezTo>
                  <a:cubicBezTo>
                    <a:pt x="2148840" y="151130"/>
                    <a:pt x="2239010" y="127000"/>
                    <a:pt x="2395220" y="119380"/>
                  </a:cubicBezTo>
                  <a:cubicBezTo>
                    <a:pt x="2667000" y="104140"/>
                    <a:pt x="3235960" y="106680"/>
                    <a:pt x="3507740" y="114300"/>
                  </a:cubicBezTo>
                  <a:cubicBezTo>
                    <a:pt x="3665220" y="118110"/>
                    <a:pt x="3736340" y="132080"/>
                    <a:pt x="3882390" y="135890"/>
                  </a:cubicBezTo>
                  <a:cubicBezTo>
                    <a:pt x="4086860" y="140970"/>
                    <a:pt x="4399280" y="123190"/>
                    <a:pt x="4620260" y="135890"/>
                  </a:cubicBezTo>
                  <a:cubicBezTo>
                    <a:pt x="4800600" y="146050"/>
                    <a:pt x="4959350" y="190500"/>
                    <a:pt x="5110480" y="191770"/>
                  </a:cubicBezTo>
                  <a:cubicBezTo>
                    <a:pt x="5240020" y="193040"/>
                    <a:pt x="5303520" y="165100"/>
                    <a:pt x="5471160" y="157480"/>
                  </a:cubicBezTo>
                  <a:cubicBezTo>
                    <a:pt x="5850890" y="139700"/>
                    <a:pt x="6795770" y="182880"/>
                    <a:pt x="7336790" y="157480"/>
                  </a:cubicBezTo>
                  <a:cubicBezTo>
                    <a:pt x="7757160" y="137160"/>
                    <a:pt x="8119110" y="76200"/>
                    <a:pt x="8451850" y="50800"/>
                  </a:cubicBezTo>
                  <a:cubicBezTo>
                    <a:pt x="8719820" y="30480"/>
                    <a:pt x="8977630" y="11430"/>
                    <a:pt x="9179560" y="7620"/>
                  </a:cubicBezTo>
                  <a:cubicBezTo>
                    <a:pt x="9324340" y="3810"/>
                    <a:pt x="9423400" y="1270"/>
                    <a:pt x="9550400" y="13970"/>
                  </a:cubicBezTo>
                  <a:cubicBezTo>
                    <a:pt x="9686290" y="26670"/>
                    <a:pt x="9825990" y="69850"/>
                    <a:pt x="9970770" y="87630"/>
                  </a:cubicBezTo>
                  <a:cubicBezTo>
                    <a:pt x="10124440" y="105410"/>
                    <a:pt x="10248900" y="109220"/>
                    <a:pt x="10445750" y="115570"/>
                  </a:cubicBezTo>
                  <a:cubicBezTo>
                    <a:pt x="10770870" y="124460"/>
                    <a:pt x="11318240" y="102870"/>
                    <a:pt x="11739880" y="114300"/>
                  </a:cubicBezTo>
                  <a:cubicBezTo>
                    <a:pt x="12143740" y="125730"/>
                    <a:pt x="12573000" y="168910"/>
                    <a:pt x="12923520" y="177800"/>
                  </a:cubicBezTo>
                  <a:cubicBezTo>
                    <a:pt x="13202920" y="185420"/>
                    <a:pt x="13468350" y="172720"/>
                    <a:pt x="13676630" y="179070"/>
                  </a:cubicBezTo>
                  <a:cubicBezTo>
                    <a:pt x="13823950" y="182880"/>
                    <a:pt x="13926820" y="195580"/>
                    <a:pt x="14055089" y="199390"/>
                  </a:cubicBezTo>
                  <a:cubicBezTo>
                    <a:pt x="14187170" y="203200"/>
                    <a:pt x="14297661" y="209550"/>
                    <a:pt x="14455139" y="200660"/>
                  </a:cubicBezTo>
                  <a:cubicBezTo>
                    <a:pt x="14686280" y="186690"/>
                    <a:pt x="15026639" y="116840"/>
                    <a:pt x="15306039" y="100330"/>
                  </a:cubicBezTo>
                  <a:cubicBezTo>
                    <a:pt x="15574011" y="82550"/>
                    <a:pt x="15871189" y="87630"/>
                    <a:pt x="16098520" y="92710"/>
                  </a:cubicBezTo>
                  <a:cubicBezTo>
                    <a:pt x="16269970" y="97790"/>
                    <a:pt x="16384270" y="115570"/>
                    <a:pt x="16549370" y="119380"/>
                  </a:cubicBezTo>
                  <a:cubicBezTo>
                    <a:pt x="16753839" y="124460"/>
                    <a:pt x="17117061" y="0"/>
                    <a:pt x="17231361" y="114300"/>
                  </a:cubicBezTo>
                  <a:cubicBezTo>
                    <a:pt x="17349470" y="231140"/>
                    <a:pt x="17340580" y="717550"/>
                    <a:pt x="17231361" y="825500"/>
                  </a:cubicBezTo>
                  <a:cubicBezTo>
                    <a:pt x="17139920" y="916940"/>
                    <a:pt x="16878300" y="830580"/>
                    <a:pt x="16723361" y="825500"/>
                  </a:cubicBezTo>
                  <a:cubicBezTo>
                    <a:pt x="16593820" y="821690"/>
                    <a:pt x="16507461" y="808990"/>
                    <a:pt x="16366489" y="803910"/>
                  </a:cubicBezTo>
                  <a:cubicBezTo>
                    <a:pt x="16162020" y="797560"/>
                    <a:pt x="15892780" y="792480"/>
                    <a:pt x="15612111" y="803910"/>
                  </a:cubicBezTo>
                  <a:cubicBezTo>
                    <a:pt x="15256511" y="820420"/>
                    <a:pt x="14692630" y="899160"/>
                    <a:pt x="14406880" y="911860"/>
                  </a:cubicBezTo>
                  <a:cubicBezTo>
                    <a:pt x="14250670" y="918210"/>
                    <a:pt x="14163039" y="914400"/>
                    <a:pt x="14041120" y="910590"/>
                  </a:cubicBezTo>
                  <a:cubicBezTo>
                    <a:pt x="13919200" y="906780"/>
                    <a:pt x="13820139" y="894080"/>
                    <a:pt x="13676630" y="890270"/>
                  </a:cubicBezTo>
                  <a:cubicBezTo>
                    <a:pt x="13469620" y="883920"/>
                    <a:pt x="13200380" y="896620"/>
                    <a:pt x="12919710" y="889000"/>
                  </a:cubicBezTo>
                  <a:cubicBezTo>
                    <a:pt x="12570460" y="880110"/>
                    <a:pt x="12134850" y="836930"/>
                    <a:pt x="11739880" y="825500"/>
                  </a:cubicBezTo>
                  <a:cubicBezTo>
                    <a:pt x="11343640" y="814070"/>
                    <a:pt x="10836910" y="831850"/>
                    <a:pt x="10547350" y="824230"/>
                  </a:cubicBezTo>
                  <a:cubicBezTo>
                    <a:pt x="10380980" y="819150"/>
                    <a:pt x="10307320" y="816610"/>
                    <a:pt x="10156190" y="803910"/>
                  </a:cubicBezTo>
                  <a:cubicBezTo>
                    <a:pt x="9947910" y="787400"/>
                    <a:pt x="9617710" y="731520"/>
                    <a:pt x="9415780" y="718820"/>
                  </a:cubicBezTo>
                  <a:cubicBezTo>
                    <a:pt x="9274810" y="708660"/>
                    <a:pt x="9218930" y="706120"/>
                    <a:pt x="9058910" y="712470"/>
                  </a:cubicBezTo>
                  <a:cubicBezTo>
                    <a:pt x="8727440" y="726440"/>
                    <a:pt x="8089900" y="838200"/>
                    <a:pt x="7532370" y="866140"/>
                  </a:cubicBezTo>
                  <a:cubicBezTo>
                    <a:pt x="6860540" y="900430"/>
                    <a:pt x="5746750" y="880110"/>
                    <a:pt x="5302250" y="868680"/>
                  </a:cubicBezTo>
                  <a:cubicBezTo>
                    <a:pt x="5114290" y="863600"/>
                    <a:pt x="5067300" y="852170"/>
                    <a:pt x="4899660" y="847090"/>
                  </a:cubicBezTo>
                  <a:cubicBezTo>
                    <a:pt x="4622800" y="839470"/>
                    <a:pt x="4074160" y="853440"/>
                    <a:pt x="3798570" y="845820"/>
                  </a:cubicBezTo>
                  <a:cubicBezTo>
                    <a:pt x="3630930" y="842010"/>
                    <a:pt x="3526790" y="829310"/>
                    <a:pt x="3395980" y="825500"/>
                  </a:cubicBezTo>
                  <a:cubicBezTo>
                    <a:pt x="3270250" y="822960"/>
                    <a:pt x="3145790" y="844550"/>
                    <a:pt x="3023870" y="825500"/>
                  </a:cubicBezTo>
                  <a:cubicBezTo>
                    <a:pt x="2901950" y="806450"/>
                    <a:pt x="2783840" y="702310"/>
                    <a:pt x="2663190" y="707390"/>
                  </a:cubicBezTo>
                  <a:cubicBezTo>
                    <a:pt x="2537460" y="712470"/>
                    <a:pt x="2437130" y="838200"/>
                    <a:pt x="2287270" y="868680"/>
                  </a:cubicBezTo>
                  <a:cubicBezTo>
                    <a:pt x="2082800" y="910590"/>
                    <a:pt x="1741170" y="877570"/>
                    <a:pt x="1534160" y="868680"/>
                  </a:cubicBezTo>
                  <a:cubicBezTo>
                    <a:pt x="1388110" y="862330"/>
                    <a:pt x="1290320" y="853440"/>
                    <a:pt x="1162050" y="836930"/>
                  </a:cubicBezTo>
                  <a:cubicBezTo>
                    <a:pt x="1023620" y="819150"/>
                    <a:pt x="872490" y="760730"/>
                    <a:pt x="735330" y="760730"/>
                  </a:cubicBezTo>
                  <a:cubicBezTo>
                    <a:pt x="608330" y="760730"/>
                    <a:pt x="466090" y="801370"/>
                    <a:pt x="368300" y="826770"/>
                  </a:cubicBezTo>
                  <a:cubicBezTo>
                    <a:pt x="299720" y="844550"/>
                    <a:pt x="246380" y="909320"/>
                    <a:pt x="196850" y="882650"/>
                  </a:cubicBezTo>
                  <a:cubicBezTo>
                    <a:pt x="99060" y="831850"/>
                    <a:pt x="0" y="191770"/>
                    <a:pt x="0" y="1917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30875" y="2567001"/>
            <a:ext cx="12199620" cy="819150"/>
            <a:chOff x="0" y="0"/>
            <a:chExt cx="16266160" cy="1092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49530" y="-143510"/>
              <a:ext cx="16412210" cy="1253490"/>
            </a:xfrm>
            <a:custGeom>
              <a:avLst/>
              <a:gdLst/>
              <a:ahLst/>
              <a:cxnLst/>
              <a:rect r="r" b="b" t="t" l="l"/>
              <a:pathLst>
                <a:path h="1253490" w="16412210">
                  <a:moveTo>
                    <a:pt x="16235680" y="990600"/>
                  </a:moveTo>
                  <a:cubicBezTo>
                    <a:pt x="15138400" y="963930"/>
                    <a:pt x="14334491" y="990600"/>
                    <a:pt x="13996669" y="970280"/>
                  </a:cubicBezTo>
                  <a:cubicBezTo>
                    <a:pt x="13832841" y="960120"/>
                    <a:pt x="13754100" y="937260"/>
                    <a:pt x="13632180" y="925830"/>
                  </a:cubicBezTo>
                  <a:cubicBezTo>
                    <a:pt x="13510260" y="915670"/>
                    <a:pt x="13459460" y="910590"/>
                    <a:pt x="13267691" y="905510"/>
                  </a:cubicBezTo>
                  <a:cubicBezTo>
                    <a:pt x="12557760" y="885190"/>
                    <a:pt x="9377680" y="877570"/>
                    <a:pt x="8262620" y="905510"/>
                  </a:cubicBezTo>
                  <a:cubicBezTo>
                    <a:pt x="7702550" y="919480"/>
                    <a:pt x="7462520" y="956310"/>
                    <a:pt x="7000240" y="967740"/>
                  </a:cubicBezTo>
                  <a:cubicBezTo>
                    <a:pt x="6437630" y="981710"/>
                    <a:pt x="5617210" y="962660"/>
                    <a:pt x="5128260" y="970280"/>
                  </a:cubicBezTo>
                  <a:cubicBezTo>
                    <a:pt x="4813300" y="974090"/>
                    <a:pt x="4611370" y="986790"/>
                    <a:pt x="4352290" y="990600"/>
                  </a:cubicBezTo>
                  <a:cubicBezTo>
                    <a:pt x="4094480" y="994410"/>
                    <a:pt x="3876040" y="985520"/>
                    <a:pt x="3578860" y="990600"/>
                  </a:cubicBezTo>
                  <a:cubicBezTo>
                    <a:pt x="3171190" y="999490"/>
                    <a:pt x="2586990" y="1036320"/>
                    <a:pt x="2133600" y="1051560"/>
                  </a:cubicBezTo>
                  <a:cubicBezTo>
                    <a:pt x="1728470" y="1064260"/>
                    <a:pt x="1285240" y="1050290"/>
                    <a:pt x="984250" y="1076960"/>
                  </a:cubicBezTo>
                  <a:cubicBezTo>
                    <a:pt x="786130" y="1094740"/>
                    <a:pt x="650240" y="1136650"/>
                    <a:pt x="495300" y="1154430"/>
                  </a:cubicBezTo>
                  <a:cubicBezTo>
                    <a:pt x="358140" y="1170940"/>
                    <a:pt x="176530" y="1253490"/>
                    <a:pt x="101600" y="1183640"/>
                  </a:cubicBezTo>
                  <a:cubicBezTo>
                    <a:pt x="0" y="1090930"/>
                    <a:pt x="38100" y="534670"/>
                    <a:pt x="100330" y="472440"/>
                  </a:cubicBezTo>
                  <a:cubicBezTo>
                    <a:pt x="123190" y="450850"/>
                    <a:pt x="146050" y="476250"/>
                    <a:pt x="191770" y="472440"/>
                  </a:cubicBezTo>
                  <a:cubicBezTo>
                    <a:pt x="322580" y="463550"/>
                    <a:pt x="669290" y="388620"/>
                    <a:pt x="956310" y="365760"/>
                  </a:cubicBezTo>
                  <a:cubicBezTo>
                    <a:pt x="1320800" y="336550"/>
                    <a:pt x="1784350" y="350520"/>
                    <a:pt x="2205990" y="336550"/>
                  </a:cubicBezTo>
                  <a:cubicBezTo>
                    <a:pt x="2640330" y="322580"/>
                    <a:pt x="3145790" y="288290"/>
                    <a:pt x="3524250" y="279400"/>
                  </a:cubicBezTo>
                  <a:cubicBezTo>
                    <a:pt x="3812540" y="274320"/>
                    <a:pt x="4028440" y="283210"/>
                    <a:pt x="4282440" y="279400"/>
                  </a:cubicBezTo>
                  <a:cubicBezTo>
                    <a:pt x="4540250" y="276860"/>
                    <a:pt x="4742180" y="262890"/>
                    <a:pt x="5058410" y="259080"/>
                  </a:cubicBezTo>
                  <a:cubicBezTo>
                    <a:pt x="5554980" y="251460"/>
                    <a:pt x="6402070" y="271780"/>
                    <a:pt x="6978650" y="256540"/>
                  </a:cubicBezTo>
                  <a:cubicBezTo>
                    <a:pt x="7449820" y="245110"/>
                    <a:pt x="7693660" y="208280"/>
                    <a:pt x="8262620" y="194310"/>
                  </a:cubicBezTo>
                  <a:cubicBezTo>
                    <a:pt x="9384030" y="166370"/>
                    <a:pt x="12346940" y="153670"/>
                    <a:pt x="13267691" y="194310"/>
                  </a:cubicBezTo>
                  <a:cubicBezTo>
                    <a:pt x="13620750" y="209550"/>
                    <a:pt x="13686791" y="243840"/>
                    <a:pt x="13996669" y="259080"/>
                  </a:cubicBezTo>
                  <a:cubicBezTo>
                    <a:pt x="14544041" y="284480"/>
                    <a:pt x="16004541" y="0"/>
                    <a:pt x="16264891" y="273050"/>
                  </a:cubicBezTo>
                  <a:cubicBezTo>
                    <a:pt x="16412210" y="426720"/>
                    <a:pt x="16235680" y="990600"/>
                    <a:pt x="16235680" y="9906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82247" y="173368"/>
            <a:ext cx="13494068" cy="802957"/>
            <a:chOff x="0" y="0"/>
            <a:chExt cx="17992090" cy="1070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71120" y="31750"/>
              <a:ext cx="18028920" cy="1017270"/>
            </a:xfrm>
            <a:custGeom>
              <a:avLst/>
              <a:gdLst/>
              <a:ahLst/>
              <a:cxnLst/>
              <a:rect r="r" b="b" t="t" l="l"/>
              <a:pathLst>
                <a:path h="1017270" w="18028920">
                  <a:moveTo>
                    <a:pt x="162560" y="105410"/>
                  </a:moveTo>
                  <a:cubicBezTo>
                    <a:pt x="1389380" y="121920"/>
                    <a:pt x="1684020" y="90170"/>
                    <a:pt x="1903730" y="83820"/>
                  </a:cubicBezTo>
                  <a:cubicBezTo>
                    <a:pt x="2061210" y="78740"/>
                    <a:pt x="2175510" y="86360"/>
                    <a:pt x="2310130" y="83820"/>
                  </a:cubicBezTo>
                  <a:cubicBezTo>
                    <a:pt x="2443480" y="80010"/>
                    <a:pt x="2520950" y="68580"/>
                    <a:pt x="2707640" y="64770"/>
                  </a:cubicBezTo>
                  <a:cubicBezTo>
                    <a:pt x="3152140" y="53340"/>
                    <a:pt x="4344670" y="74930"/>
                    <a:pt x="4963160" y="62230"/>
                  </a:cubicBezTo>
                  <a:cubicBezTo>
                    <a:pt x="5396230" y="53340"/>
                    <a:pt x="5651500" y="27940"/>
                    <a:pt x="6068060" y="19050"/>
                  </a:cubicBezTo>
                  <a:cubicBezTo>
                    <a:pt x="6609080" y="8890"/>
                    <a:pt x="7534910" y="11430"/>
                    <a:pt x="7938770" y="19050"/>
                  </a:cubicBezTo>
                  <a:cubicBezTo>
                    <a:pt x="8130540" y="22860"/>
                    <a:pt x="8220710" y="20320"/>
                    <a:pt x="8365490" y="35560"/>
                  </a:cubicBezTo>
                  <a:cubicBezTo>
                    <a:pt x="8515350" y="50800"/>
                    <a:pt x="8647430" y="91440"/>
                    <a:pt x="8822690" y="110490"/>
                  </a:cubicBezTo>
                  <a:cubicBezTo>
                    <a:pt x="9056370" y="134620"/>
                    <a:pt x="9371330" y="140970"/>
                    <a:pt x="9640570" y="149860"/>
                  </a:cubicBezTo>
                  <a:cubicBezTo>
                    <a:pt x="9900920" y="158750"/>
                    <a:pt x="10154920" y="148590"/>
                    <a:pt x="10411460" y="165100"/>
                  </a:cubicBezTo>
                  <a:cubicBezTo>
                    <a:pt x="10669270" y="182880"/>
                    <a:pt x="10966450" y="232410"/>
                    <a:pt x="11183620" y="251460"/>
                  </a:cubicBezTo>
                  <a:cubicBezTo>
                    <a:pt x="11341100" y="264160"/>
                    <a:pt x="11413490" y="270510"/>
                    <a:pt x="11593830" y="275590"/>
                  </a:cubicBezTo>
                  <a:cubicBezTo>
                    <a:pt x="11940540" y="287020"/>
                    <a:pt x="12766040" y="284480"/>
                    <a:pt x="13121640" y="276860"/>
                  </a:cubicBezTo>
                  <a:cubicBezTo>
                    <a:pt x="13313411" y="271780"/>
                    <a:pt x="13393420" y="270510"/>
                    <a:pt x="13562331" y="256540"/>
                  </a:cubicBezTo>
                  <a:cubicBezTo>
                    <a:pt x="13794740" y="237490"/>
                    <a:pt x="14114781" y="184150"/>
                    <a:pt x="14387831" y="154940"/>
                  </a:cubicBezTo>
                  <a:cubicBezTo>
                    <a:pt x="14653261" y="127000"/>
                    <a:pt x="14843761" y="99060"/>
                    <a:pt x="15176500" y="83820"/>
                  </a:cubicBezTo>
                  <a:cubicBezTo>
                    <a:pt x="15741650" y="59690"/>
                    <a:pt x="16974820" y="0"/>
                    <a:pt x="17470120" y="83820"/>
                  </a:cubicBezTo>
                  <a:cubicBezTo>
                    <a:pt x="17717770" y="124460"/>
                    <a:pt x="17998440" y="177800"/>
                    <a:pt x="18012411" y="270510"/>
                  </a:cubicBezTo>
                  <a:cubicBezTo>
                    <a:pt x="18028920" y="373380"/>
                    <a:pt x="17439640" y="595630"/>
                    <a:pt x="17440911" y="693420"/>
                  </a:cubicBezTo>
                  <a:cubicBezTo>
                    <a:pt x="17440911" y="746760"/>
                    <a:pt x="17617440" y="793750"/>
                    <a:pt x="17609820" y="815340"/>
                  </a:cubicBezTo>
                  <a:cubicBezTo>
                    <a:pt x="17599661" y="843280"/>
                    <a:pt x="17412970" y="800100"/>
                    <a:pt x="17241520" y="795020"/>
                  </a:cubicBezTo>
                  <a:cubicBezTo>
                    <a:pt x="16846550" y="783590"/>
                    <a:pt x="15674340" y="782320"/>
                    <a:pt x="15280640" y="795020"/>
                  </a:cubicBezTo>
                  <a:cubicBezTo>
                    <a:pt x="15111731" y="800100"/>
                    <a:pt x="15072361" y="803910"/>
                    <a:pt x="14917420" y="817880"/>
                  </a:cubicBezTo>
                  <a:cubicBezTo>
                    <a:pt x="14640561" y="842010"/>
                    <a:pt x="14065250" y="924560"/>
                    <a:pt x="13760450" y="953770"/>
                  </a:cubicBezTo>
                  <a:cubicBezTo>
                    <a:pt x="13563600" y="971550"/>
                    <a:pt x="13488670" y="980440"/>
                    <a:pt x="13271500" y="988060"/>
                  </a:cubicBezTo>
                  <a:cubicBezTo>
                    <a:pt x="12844781" y="1002030"/>
                    <a:pt x="11869420" y="1017270"/>
                    <a:pt x="11366500" y="985520"/>
                  </a:cubicBezTo>
                  <a:cubicBezTo>
                    <a:pt x="11032490" y="963930"/>
                    <a:pt x="10759440" y="900430"/>
                    <a:pt x="10538460" y="880110"/>
                  </a:cubicBezTo>
                  <a:cubicBezTo>
                    <a:pt x="10392410" y="866140"/>
                    <a:pt x="10327640" y="864870"/>
                    <a:pt x="10171431" y="858520"/>
                  </a:cubicBezTo>
                  <a:cubicBezTo>
                    <a:pt x="9897110" y="848360"/>
                    <a:pt x="9370060" y="862330"/>
                    <a:pt x="9033510" y="836930"/>
                  </a:cubicBezTo>
                  <a:cubicBezTo>
                    <a:pt x="8764271" y="817880"/>
                    <a:pt x="8509000" y="759460"/>
                    <a:pt x="8307071" y="742950"/>
                  </a:cubicBezTo>
                  <a:cubicBezTo>
                    <a:pt x="8163560" y="731520"/>
                    <a:pt x="8108950" y="732790"/>
                    <a:pt x="7938771" y="730250"/>
                  </a:cubicBezTo>
                  <a:cubicBezTo>
                    <a:pt x="7550150" y="723900"/>
                    <a:pt x="6590031" y="720090"/>
                    <a:pt x="6032500" y="730250"/>
                  </a:cubicBezTo>
                  <a:cubicBezTo>
                    <a:pt x="5594350" y="739140"/>
                    <a:pt x="5299711" y="765810"/>
                    <a:pt x="4862830" y="773430"/>
                  </a:cubicBezTo>
                  <a:cubicBezTo>
                    <a:pt x="4306570" y="783590"/>
                    <a:pt x="3357880" y="762000"/>
                    <a:pt x="2966720" y="773430"/>
                  </a:cubicBezTo>
                  <a:cubicBezTo>
                    <a:pt x="2790190" y="778510"/>
                    <a:pt x="2733040" y="792480"/>
                    <a:pt x="2584450" y="795020"/>
                  </a:cubicBezTo>
                  <a:cubicBezTo>
                    <a:pt x="2379980" y="798830"/>
                    <a:pt x="2051050" y="772160"/>
                    <a:pt x="1849120" y="781050"/>
                  </a:cubicBezTo>
                  <a:cubicBezTo>
                    <a:pt x="1708150" y="787400"/>
                    <a:pt x="1610360" y="810260"/>
                    <a:pt x="1488440" y="819150"/>
                  </a:cubicBezTo>
                  <a:cubicBezTo>
                    <a:pt x="1365250" y="829310"/>
                    <a:pt x="1268730" y="834390"/>
                    <a:pt x="1113790" y="838200"/>
                  </a:cubicBezTo>
                  <a:cubicBezTo>
                    <a:pt x="862330" y="842010"/>
                    <a:pt x="265430" y="976630"/>
                    <a:pt x="121920" y="822960"/>
                  </a:cubicBezTo>
                  <a:cubicBezTo>
                    <a:pt x="0" y="692150"/>
                    <a:pt x="162560" y="105410"/>
                    <a:pt x="162560" y="1054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141777" y="2391482"/>
            <a:ext cx="7920410" cy="5940308"/>
          </a:xfrm>
          <a:custGeom>
            <a:avLst/>
            <a:gdLst/>
            <a:ahLst/>
            <a:cxnLst/>
            <a:rect r="r" b="b" t="t" l="l"/>
            <a:pathLst>
              <a:path h="5940308" w="7920410">
                <a:moveTo>
                  <a:pt x="0" y="0"/>
                </a:moveTo>
                <a:lnTo>
                  <a:pt x="7920411" y="0"/>
                </a:lnTo>
                <a:lnTo>
                  <a:pt x="7920411" y="5940307"/>
                </a:lnTo>
                <a:lnTo>
                  <a:pt x="0" y="5940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066345" cy="10287000"/>
            <a:chOff x="0" y="0"/>
            <a:chExt cx="18610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1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1095">
                  <a:moveTo>
                    <a:pt x="0" y="0"/>
                  </a:moveTo>
                  <a:lnTo>
                    <a:pt x="1861095" y="0"/>
                  </a:lnTo>
                  <a:lnTo>
                    <a:pt x="1861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10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1412" y="3502127"/>
            <a:ext cx="4183521" cy="245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MIND MAP     </a:t>
            </a:r>
          </a:p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OF </a:t>
            </a:r>
          </a:p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 PROJECT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066345" cy="10287000"/>
            <a:chOff x="0" y="0"/>
            <a:chExt cx="18610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1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61095">
                  <a:moveTo>
                    <a:pt x="0" y="0"/>
                  </a:moveTo>
                  <a:lnTo>
                    <a:pt x="1861095" y="0"/>
                  </a:lnTo>
                  <a:lnTo>
                    <a:pt x="1861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109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63044">
            <a:off x="11902457" y="2103686"/>
            <a:ext cx="1004317" cy="377988"/>
          </a:xfrm>
          <a:custGeom>
            <a:avLst/>
            <a:gdLst/>
            <a:ahLst/>
            <a:cxnLst/>
            <a:rect r="r" b="b" t="t" l="l"/>
            <a:pathLst>
              <a:path h="377988" w="1004317">
                <a:moveTo>
                  <a:pt x="0" y="0"/>
                </a:moveTo>
                <a:lnTo>
                  <a:pt x="1004317" y="0"/>
                </a:lnTo>
                <a:lnTo>
                  <a:pt x="1004317" y="377988"/>
                </a:lnTo>
                <a:lnTo>
                  <a:pt x="0" y="37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1412" y="3502127"/>
            <a:ext cx="4183521" cy="245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MIND MAP     </a:t>
            </a:r>
          </a:p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OF </a:t>
            </a:r>
          </a:p>
          <a:p>
            <a:pPr algn="just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2441" y="418009"/>
            <a:ext cx="6039877" cy="123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6"/>
              </a:lnSpc>
              <a:spcBef>
                <a:spcPct val="0"/>
              </a:spcBef>
            </a:pPr>
            <a:r>
              <a:rPr lang="en-US" sz="7219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SAMPLE INPUT SIGNAL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70950" y="2983792"/>
            <a:ext cx="5671369" cy="113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6681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ADDED RANDOM NOISE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63044">
            <a:off x="11941887" y="4435077"/>
            <a:ext cx="1004317" cy="377988"/>
          </a:xfrm>
          <a:custGeom>
            <a:avLst/>
            <a:gdLst/>
            <a:ahLst/>
            <a:cxnLst/>
            <a:rect r="r" b="b" t="t" l="l"/>
            <a:pathLst>
              <a:path h="377988" w="1004317">
                <a:moveTo>
                  <a:pt x="0" y="0"/>
                </a:moveTo>
                <a:lnTo>
                  <a:pt x="1004317" y="0"/>
                </a:lnTo>
                <a:lnTo>
                  <a:pt x="1004317" y="377988"/>
                </a:lnTo>
                <a:lnTo>
                  <a:pt x="0" y="37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04922" y="5167710"/>
            <a:ext cx="5218901" cy="113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6681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DENOISED USING SVD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463044">
            <a:off x="12014043" y="6618995"/>
            <a:ext cx="1004317" cy="377988"/>
          </a:xfrm>
          <a:custGeom>
            <a:avLst/>
            <a:gdLst/>
            <a:ahLst/>
            <a:cxnLst/>
            <a:rect r="r" b="b" t="t" l="l"/>
            <a:pathLst>
              <a:path h="377988" w="1004317">
                <a:moveTo>
                  <a:pt x="0" y="0"/>
                </a:moveTo>
                <a:lnTo>
                  <a:pt x="1004317" y="0"/>
                </a:lnTo>
                <a:lnTo>
                  <a:pt x="1004317" y="377989"/>
                </a:lnTo>
                <a:lnTo>
                  <a:pt x="0" y="377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10371" y="7475454"/>
            <a:ext cx="5321871" cy="212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sz="6156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VERIFYING BY PLOT OF </a:t>
            </a:r>
          </a:p>
          <a:p>
            <a:pPr algn="ctr">
              <a:lnSpc>
                <a:spcPts val="8618"/>
              </a:lnSpc>
              <a:spcBef>
                <a:spcPct val="0"/>
              </a:spcBef>
            </a:pPr>
            <a:r>
              <a:rPr lang="en-US" sz="6156">
                <a:solidFill>
                  <a:srgbClr val="000000"/>
                </a:solidFill>
                <a:latin typeface="Handelson Four"/>
                <a:ea typeface="Handelson Four"/>
                <a:cs typeface="Handelson Four"/>
                <a:sym typeface="Handelson Four"/>
              </a:rPr>
              <a:t>POWER SPECTRUM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7096" y="4568466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4446" y="3930046"/>
            <a:ext cx="13358194" cy="217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95"/>
              </a:lnSpc>
              <a:spcBef>
                <a:spcPct val="0"/>
              </a:spcBef>
            </a:pPr>
            <a:r>
              <a:rPr lang="en-US" sz="15805" strike="noStrike" u="non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280" y="2169368"/>
            <a:ext cx="2874126" cy="2602391"/>
          </a:xfrm>
          <a:custGeom>
            <a:avLst/>
            <a:gdLst/>
            <a:ahLst/>
            <a:cxnLst/>
            <a:rect r="r" b="b" t="t" l="l"/>
            <a:pathLst>
              <a:path h="2602391" w="2874126">
                <a:moveTo>
                  <a:pt x="0" y="0"/>
                </a:moveTo>
                <a:lnTo>
                  <a:pt x="2874126" y="0"/>
                </a:lnTo>
                <a:lnTo>
                  <a:pt x="2874126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DAG4XpnJvZ0</dc:identifier>
  <dcterms:modified xsi:type="dcterms:W3CDTF">2011-08-01T06:04:30Z</dcterms:modified>
  <cp:revision>1</cp:revision>
  <dc:title>DIY</dc:title>
</cp:coreProperties>
</file>